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6" r:id="rId5"/>
    <p:sldId id="263" r:id="rId6"/>
    <p:sldId id="259" r:id="rId7"/>
    <p:sldId id="265" r:id="rId8"/>
    <p:sldId id="261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4B7F"/>
    <a:srgbClr val="243050"/>
    <a:srgbClr val="6EE2C8"/>
    <a:srgbClr val="262626"/>
    <a:srgbClr val="0E4A3F"/>
    <a:srgbClr val="156E5C"/>
    <a:srgbClr val="BCF2E6"/>
    <a:srgbClr val="EEFCF9"/>
    <a:srgbClr val="F9FAFC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283F1-EF94-404C-A4CE-A048BEAE83FE}" v="2" dt="2026-06-14T19:13:15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ticia  Smirelli" userId="f8f033d8-ab6b-457d-8bf8-12015d47d0bd" providerId="ADAL" clId="{1CD97342-9A55-45AF-9C42-3E5F7EF6777F}"/>
    <pc:docChg chg="undo redo custSel addSld delSld modSld sldOrd">
      <pc:chgData name="Leticia  Smirelli" userId="f8f033d8-ab6b-457d-8bf8-12015d47d0bd" providerId="ADAL" clId="{1CD97342-9A55-45AF-9C42-3E5F7EF6777F}" dt="2026-06-14T19:13:17.942" v="909" actId="478"/>
      <pc:docMkLst>
        <pc:docMk/>
      </pc:docMkLst>
      <pc:sldChg chg="modSp mod">
        <pc:chgData name="Leticia  Smirelli" userId="f8f033d8-ab6b-457d-8bf8-12015d47d0bd" providerId="ADAL" clId="{1CD97342-9A55-45AF-9C42-3E5F7EF6777F}" dt="2026-06-14T19:13:16.032" v="907" actId="207"/>
        <pc:sldMkLst>
          <pc:docMk/>
          <pc:sldMk cId="1075676808" sldId="261"/>
        </pc:sldMkLst>
        <pc:spChg chg="mod">
          <ac:chgData name="Leticia  Smirelli" userId="f8f033d8-ab6b-457d-8bf8-12015d47d0bd" providerId="ADAL" clId="{1CD97342-9A55-45AF-9C42-3E5F7EF6777F}" dt="2026-06-14T19:13:16.032" v="907" actId="207"/>
          <ac:spMkLst>
            <pc:docMk/>
            <pc:sldMk cId="1075676808" sldId="261"/>
            <ac:spMk id="18" creationId="{8B86BF7D-9DBD-A715-1B49-C942481059BC}"/>
          </ac:spMkLst>
        </pc:spChg>
        <pc:spChg chg="mod">
          <ac:chgData name="Leticia  Smirelli" userId="f8f033d8-ab6b-457d-8bf8-12015d47d0bd" providerId="ADAL" clId="{1CD97342-9A55-45AF-9C42-3E5F7EF6777F}" dt="2026-06-14T19:13:16.032" v="907" actId="207"/>
          <ac:spMkLst>
            <pc:docMk/>
            <pc:sldMk cId="1075676808" sldId="261"/>
            <ac:spMk id="19" creationId="{E4CAC567-3C6D-C1ED-EB4E-D81EFCFE36B8}"/>
          </ac:spMkLst>
        </pc:spChg>
        <pc:spChg chg="mod">
          <ac:chgData name="Leticia  Smirelli" userId="f8f033d8-ab6b-457d-8bf8-12015d47d0bd" providerId="ADAL" clId="{1CD97342-9A55-45AF-9C42-3E5F7EF6777F}" dt="2026-06-14T19:13:16.032" v="907" actId="207"/>
          <ac:spMkLst>
            <pc:docMk/>
            <pc:sldMk cId="1075676808" sldId="261"/>
            <ac:spMk id="20" creationId="{E9A46ED8-196B-63F0-3E39-578D0A5023D6}"/>
          </ac:spMkLst>
        </pc:spChg>
        <pc:spChg chg="mod">
          <ac:chgData name="Leticia  Smirelli" userId="f8f033d8-ab6b-457d-8bf8-12015d47d0bd" providerId="ADAL" clId="{1CD97342-9A55-45AF-9C42-3E5F7EF6777F}" dt="2026-06-14T19:13:16.032" v="907" actId="207"/>
          <ac:spMkLst>
            <pc:docMk/>
            <pc:sldMk cId="1075676808" sldId="261"/>
            <ac:spMk id="39" creationId="{9FC1AE84-AE9C-5FEF-D899-6416FDDBC0FA}"/>
          </ac:spMkLst>
        </pc:spChg>
        <pc:picChg chg="mod">
          <ac:chgData name="Leticia  Smirelli" userId="f8f033d8-ab6b-457d-8bf8-12015d47d0bd" providerId="ADAL" clId="{1CD97342-9A55-45AF-9C42-3E5F7EF6777F}" dt="2026-06-14T19:13:12.906" v="905"/>
          <ac:picMkLst>
            <pc:docMk/>
            <pc:sldMk cId="1075676808" sldId="261"/>
            <ac:picMk id="61" creationId="{153E4EDA-BC50-8523-BB54-008586AEBCCE}"/>
          </ac:picMkLst>
        </pc:picChg>
        <pc:picChg chg="mod">
          <ac:chgData name="Leticia  Smirelli" userId="f8f033d8-ab6b-457d-8bf8-12015d47d0bd" providerId="ADAL" clId="{1CD97342-9A55-45AF-9C42-3E5F7EF6777F}" dt="2026-06-14T19:13:12.906" v="905"/>
          <ac:picMkLst>
            <pc:docMk/>
            <pc:sldMk cId="1075676808" sldId="261"/>
            <ac:picMk id="63" creationId="{313106D4-9764-7F7D-653D-F62E39D72205}"/>
          </ac:picMkLst>
        </pc:picChg>
        <pc:picChg chg="mod">
          <ac:chgData name="Leticia  Smirelli" userId="f8f033d8-ab6b-457d-8bf8-12015d47d0bd" providerId="ADAL" clId="{1CD97342-9A55-45AF-9C42-3E5F7EF6777F}" dt="2026-06-14T19:13:12.906" v="905"/>
          <ac:picMkLst>
            <pc:docMk/>
            <pc:sldMk cId="1075676808" sldId="261"/>
            <ac:picMk id="1025" creationId="{D3442779-F740-6316-F075-26C97F554AE6}"/>
          </ac:picMkLst>
        </pc:picChg>
        <pc:picChg chg="mod">
          <ac:chgData name="Leticia  Smirelli" userId="f8f033d8-ab6b-457d-8bf8-12015d47d0bd" providerId="ADAL" clId="{1CD97342-9A55-45AF-9C42-3E5F7EF6777F}" dt="2026-06-14T19:13:12.906" v="905"/>
          <ac:picMkLst>
            <pc:docMk/>
            <pc:sldMk cId="1075676808" sldId="261"/>
            <ac:picMk id="1032" creationId="{F629D46D-D996-B951-9A07-9CCC04AE8CD7}"/>
          </ac:picMkLst>
        </pc:picChg>
      </pc:sldChg>
      <pc:sldChg chg="addSp delSp mod">
        <pc:chgData name="Leticia  Smirelli" userId="f8f033d8-ab6b-457d-8bf8-12015d47d0bd" providerId="ADAL" clId="{1CD97342-9A55-45AF-9C42-3E5F7EF6777F}" dt="2026-06-14T19:13:17.942" v="909" actId="478"/>
        <pc:sldMkLst>
          <pc:docMk/>
          <pc:sldMk cId="535235153" sldId="265"/>
        </pc:sldMkLst>
        <pc:spChg chg="add del">
          <ac:chgData name="Leticia  Smirelli" userId="f8f033d8-ab6b-457d-8bf8-12015d47d0bd" providerId="ADAL" clId="{1CD97342-9A55-45AF-9C42-3E5F7EF6777F}" dt="2026-06-14T19:13:17.942" v="909" actId="478"/>
          <ac:spMkLst>
            <pc:docMk/>
            <pc:sldMk cId="535235153" sldId="265"/>
            <ac:spMk id="12" creationId="{DA6D5BDA-9580-50F0-CF87-4864F8226A29}"/>
          </ac:spMkLst>
        </pc:spChg>
      </pc:sldChg>
      <pc:sldChg chg="addSp delSp modSp add mod ord">
        <pc:chgData name="Leticia  Smirelli" userId="f8f033d8-ab6b-457d-8bf8-12015d47d0bd" providerId="ADAL" clId="{1CD97342-9A55-45AF-9C42-3E5F7EF6777F}" dt="2026-06-14T19:12:29.853" v="901" actId="478"/>
        <pc:sldMkLst>
          <pc:docMk/>
          <pc:sldMk cId="532965376" sldId="266"/>
        </pc:sldMkLst>
        <pc:spChg chg="del mod">
          <ac:chgData name="Leticia  Smirelli" userId="f8f033d8-ab6b-457d-8bf8-12015d47d0bd" providerId="ADAL" clId="{1CD97342-9A55-45AF-9C42-3E5F7EF6777F}" dt="2026-06-14T19:12:29.853" v="901" actId="478"/>
          <ac:spMkLst>
            <pc:docMk/>
            <pc:sldMk cId="532965376" sldId="266"/>
            <ac:spMk id="12" creationId="{DD1B587C-DE6A-9E22-2EAD-B095B11206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98B07-68F9-C835-5732-06B326EDF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69FA0C-28BD-34A1-76BC-79A3EB4ED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32E1AC-F1B0-7A05-14A0-20E8D9C14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00D4B7-F1F5-B62E-5BA6-06501150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45B5DC-F662-41A7-4109-F61E31B1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891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9CA37-C536-07F5-7C8E-F57AF000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B61F19-0669-DA22-CAA3-3B8C8428C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67BE92-ED63-6BCA-5C11-7AA70BE7A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D55866-88CB-D878-9DD7-E16883153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37AD3F-8278-19F3-C730-37EBA165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15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BF37D-98ED-3EA1-236C-3974EF277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3D389F-6332-52C1-DD65-DD011F4B7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3925F8-53D7-1FC0-F43E-93B4358A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3E9AB5-0F04-B9C4-9504-52B69A5F7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CD7BF5-6BAE-69ED-C31F-DE3EA848D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205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29697-EE40-73CC-DEA7-C100444F6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3ED4CA-ED9F-907A-6B63-D1E7D4D6F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6C79BC-DB1F-A678-7A10-4747E4880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BD8AC6-67C3-D0CD-1395-FC20EF79A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2BF706-7AED-A504-2226-CD5F4EB2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8B1D23-9A43-58BC-A523-BE8F27B3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84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ED9CD-649C-42AA-4FC2-7FED5DC7D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48BFD0-C3A0-4542-1A0F-25DAB47B7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4B2139-EF06-3B64-D81D-09B32EE03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FE7FEA3-E63F-1918-9247-802569769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5A5D196-B4E8-16A0-6030-B1BB2CCDD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6D5D1D7-318E-5396-0745-30C3A7C5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1C415C3-8FB7-69E7-615D-4DFCFFEF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DB8B5B1-B3AA-8B75-B922-88F6808B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284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61BA2-5604-729E-EFC5-3D133837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54B96F-01DD-B914-05E9-7A1CA4566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D84614-AB16-2D21-3297-C5831785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B468EE-A8D6-B966-F983-6286D846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41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D8FB67-3F97-3250-4106-C5EA0A5C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7FD695E-F20F-DDDF-7791-9C1267C8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17231A-4A1F-2483-0413-653B4034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619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3B220-8954-6079-769D-A010B3C51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496DA2-A36A-0E54-DB20-576077EDF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0F7B53-92C0-F1D2-E34B-8C44E7E22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3FC9ED-3D41-230D-7170-DFA5B168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771F0B-962C-C3C2-C508-01B30F1C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FCEB5B-E250-7942-5DD0-4BD26E0E8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39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208B6-1507-8F75-D475-06916E074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7BF6451-FAEC-0249-ECF7-F20ABACA24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9E0985-BE4C-B276-0245-AAB3159E2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7335B7-7165-3DFF-7B63-0DE157891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5EC62E-1391-3B6D-9891-69C12D87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F2C726-91CD-2B54-A564-518A8B15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67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B266A-F7D8-99D9-71A4-C7D39DF49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3377A1-5365-38F2-D83A-D86A49F0D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146D7C-994A-50F3-2FC0-92333AEC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F41943-194E-A4DF-2AB7-02007D60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D841D5-ED0E-9368-3D06-9859B1D3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1633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DDD3A9-ECE5-C410-9E9F-69B74C1E5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CF2266-AACE-F23C-541E-8F9E7C19B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BBC9BA-1C8A-9228-26B3-D13871CB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594B21-CBC1-B943-5748-3B01497F9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87B554-380C-0E41-8496-EA9CD086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928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5D8E566-0EA0-0459-6B10-E8962783C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E9DFC3-1353-E5AD-8E1D-A30EAB398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379748-1772-FB85-24FF-97987B4C6C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27AA1E-BACA-472F-AF53-DD33C018B21F}" type="datetimeFigureOut">
              <a:rPr lang="pt-BR" smtClean="0"/>
              <a:t>14/06/2026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BA8CE4-06C0-02A0-E0B3-3120C9A37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67998B-A36E-04DD-EF08-D1A74419B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CFF699-F9D0-4935-BD90-B79D6B6A97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491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microsoft.com/office/2007/relationships/hdphoto" Target="../media/hdphoto2.wdp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microsoft.com/office/2007/relationships/hdphoto" Target="../media/hdphoto2.wdp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microsoft.com/office/2007/relationships/hdphoto" Target="../media/hdphoto2.wdp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A1681-BD6F-BC1F-FEF2-A015AF733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36D328D-3902-0302-3B6F-5192D4E621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84" y="63910"/>
            <a:ext cx="12083844" cy="6730180"/>
          </a:xfrm>
          <a:prstGeom prst="roundRect">
            <a:avLst>
              <a:gd name="adj" fmla="val 1613"/>
            </a:avLst>
          </a:prstGeom>
          <a:solidFill>
            <a:srgbClr val="F9FAFC"/>
          </a:solidFill>
          <a:ln w="9525">
            <a:gradFill>
              <a:gsLst>
                <a:gs pos="0">
                  <a:srgbClr val="6EE2C8"/>
                </a:gs>
                <a:gs pos="100000">
                  <a:srgbClr val="156E5C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3" name="Imagem 22" descr="Padrão do plano de fundo, Retângulo&#10;&#10;O conteúdo gerado por IA pode estar incorreto.">
            <a:extLst>
              <a:ext uri="{FF2B5EF4-FFF2-40B4-BE49-F238E27FC236}">
                <a16:creationId xmlns:a16="http://schemas.microsoft.com/office/drawing/2014/main" id="{A3605B61-6857-E24E-CD7D-336B8B23B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772" y="805600"/>
            <a:ext cx="2094407" cy="2860631"/>
          </a:xfrm>
          <a:prstGeom prst="rect">
            <a:avLst/>
          </a:prstGeom>
        </p:spPr>
      </p:pic>
      <p:sp>
        <p:nvSpPr>
          <p:cNvPr id="8" name="Retângulo: Cantos Superiores Arredondados 7">
            <a:extLst>
              <a:ext uri="{FF2B5EF4-FFF2-40B4-BE49-F238E27FC236}">
                <a16:creationId xmlns:a16="http://schemas.microsoft.com/office/drawing/2014/main" id="{AA9F3F12-00AA-D74D-0ED3-B84E5AD87F45}"/>
              </a:ext>
            </a:extLst>
          </p:cNvPr>
          <p:cNvSpPr/>
          <p:nvPr/>
        </p:nvSpPr>
        <p:spPr>
          <a:xfrm>
            <a:off x="59468" y="71639"/>
            <a:ext cx="12073063" cy="510688"/>
          </a:xfrm>
          <a:prstGeom prst="round2SameRect">
            <a:avLst>
              <a:gd name="adj1" fmla="val 21267"/>
              <a:gd name="adj2" fmla="val 0"/>
            </a:avLst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8C0C25F-630E-CC0E-FD32-F57F4632FBDD}"/>
              </a:ext>
            </a:extLst>
          </p:cNvPr>
          <p:cNvSpPr/>
          <p:nvPr/>
        </p:nvSpPr>
        <p:spPr>
          <a:xfrm>
            <a:off x="275821" y="805600"/>
            <a:ext cx="502238" cy="5787419"/>
          </a:xfrm>
          <a:prstGeom prst="roundRect">
            <a:avLst>
              <a:gd name="adj" fmla="val 20624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BFEA20C-4A38-4F50-1A66-383F0A0D00CE}"/>
              </a:ext>
            </a:extLst>
          </p:cNvPr>
          <p:cNvSpPr/>
          <p:nvPr/>
        </p:nvSpPr>
        <p:spPr>
          <a:xfrm>
            <a:off x="959955" y="805601"/>
            <a:ext cx="8713961" cy="2855440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383F3E2-1A07-0FF9-D5F2-168F5737140F}"/>
              </a:ext>
            </a:extLst>
          </p:cNvPr>
          <p:cNvSpPr/>
          <p:nvPr/>
        </p:nvSpPr>
        <p:spPr>
          <a:xfrm>
            <a:off x="959956" y="3862111"/>
            <a:ext cx="5281887" cy="2730909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CF0C74F-59A0-A47E-6246-502404196A85}"/>
              </a:ext>
            </a:extLst>
          </p:cNvPr>
          <p:cNvSpPr txBox="1"/>
          <p:nvPr/>
        </p:nvSpPr>
        <p:spPr>
          <a:xfrm>
            <a:off x="236493" y="192873"/>
            <a:ext cx="3554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spc="15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DASHBOARD </a:t>
            </a:r>
            <a:r>
              <a:rPr lang="pt-BR" sz="1100" b="1" spc="15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FINANCEIRO </a:t>
            </a:r>
            <a:r>
              <a:rPr lang="pt-BR" sz="1100" spc="15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&gt; Visão Geral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01E5992-A7E3-4178-AF2E-761E0CDBFAB9}"/>
              </a:ext>
            </a:extLst>
          </p:cNvPr>
          <p:cNvSpPr txBox="1"/>
          <p:nvPr/>
        </p:nvSpPr>
        <p:spPr>
          <a:xfrm>
            <a:off x="1000596" y="886847"/>
            <a:ext cx="2627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EVOLUÇÃO </a:t>
            </a:r>
            <a:r>
              <a:rPr lang="pt-BR" sz="9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RECEITAS</a:t>
            </a:r>
            <a:r>
              <a:rPr lang="pt-BR" sz="9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 VS </a:t>
            </a:r>
            <a:r>
              <a:rPr lang="pt-BR" sz="9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27769DC-F3AC-3E80-A229-E52D5B26870E}"/>
              </a:ext>
            </a:extLst>
          </p:cNvPr>
          <p:cNvSpPr txBox="1"/>
          <p:nvPr/>
        </p:nvSpPr>
        <p:spPr>
          <a:xfrm>
            <a:off x="1000596" y="3944625"/>
            <a:ext cx="12923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DETALHAMENTO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FD3C3CC-8643-BA3E-2175-41348B570053}"/>
              </a:ext>
            </a:extLst>
          </p:cNvPr>
          <p:cNvSpPr txBox="1"/>
          <p:nvPr/>
        </p:nvSpPr>
        <p:spPr>
          <a:xfrm>
            <a:off x="10500505" y="1104249"/>
            <a:ext cx="7729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RECEITA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9A4A5DF-6EE2-E037-2841-26446D1C0715}"/>
              </a:ext>
            </a:extLst>
          </p:cNvPr>
          <p:cNvSpPr/>
          <p:nvPr/>
        </p:nvSpPr>
        <p:spPr>
          <a:xfrm>
            <a:off x="10022649" y="1110029"/>
            <a:ext cx="459514" cy="459514"/>
          </a:xfrm>
          <a:prstGeom prst="roundRect">
            <a:avLst>
              <a:gd name="adj" fmla="val 23343"/>
            </a:avLst>
          </a:prstGeom>
          <a:solidFill>
            <a:schemeClr val="bg1"/>
          </a:solidFill>
          <a:ln w="3175">
            <a:solidFill>
              <a:srgbClr val="BCF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83281E8-5176-57B9-715C-EE38EB9A4C7A}"/>
              </a:ext>
            </a:extLst>
          </p:cNvPr>
          <p:cNvSpPr/>
          <p:nvPr/>
        </p:nvSpPr>
        <p:spPr>
          <a:xfrm>
            <a:off x="10022649" y="2841757"/>
            <a:ext cx="459514" cy="459514"/>
          </a:xfrm>
          <a:prstGeom prst="roundRect">
            <a:avLst>
              <a:gd name="adj" fmla="val 23343"/>
            </a:avLst>
          </a:prstGeom>
          <a:solidFill>
            <a:schemeClr val="bg1"/>
          </a:solidFill>
          <a:ln w="3175">
            <a:solidFill>
              <a:srgbClr val="BCF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7163F5F-89CD-0D38-2432-D13EBBC478CC}"/>
              </a:ext>
            </a:extLst>
          </p:cNvPr>
          <p:cNvSpPr/>
          <p:nvPr/>
        </p:nvSpPr>
        <p:spPr>
          <a:xfrm>
            <a:off x="10022649" y="1975893"/>
            <a:ext cx="459514" cy="459514"/>
          </a:xfrm>
          <a:prstGeom prst="roundRect">
            <a:avLst>
              <a:gd name="adj" fmla="val 23343"/>
            </a:avLst>
          </a:prstGeom>
          <a:solidFill>
            <a:schemeClr val="bg1"/>
          </a:solidFill>
          <a:ln w="3175">
            <a:solidFill>
              <a:srgbClr val="BCF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CDAD534-395D-B416-ECCB-782CB69D7676}"/>
              </a:ext>
            </a:extLst>
          </p:cNvPr>
          <p:cNvSpPr/>
          <p:nvPr/>
        </p:nvSpPr>
        <p:spPr>
          <a:xfrm>
            <a:off x="359543" y="2111396"/>
            <a:ext cx="334794" cy="33479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50CED7B-3540-8DBC-AE0E-1921B53B4227}"/>
              </a:ext>
            </a:extLst>
          </p:cNvPr>
          <p:cNvSpPr txBox="1"/>
          <p:nvPr/>
        </p:nvSpPr>
        <p:spPr>
          <a:xfrm>
            <a:off x="10500505" y="1970113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06D9A3E-BC65-7145-CE93-2162CD978B9D}"/>
              </a:ext>
            </a:extLst>
          </p:cNvPr>
          <p:cNvSpPr txBox="1"/>
          <p:nvPr/>
        </p:nvSpPr>
        <p:spPr>
          <a:xfrm>
            <a:off x="10500505" y="2835977"/>
            <a:ext cx="6495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SALDO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B3C9FAD1-EFC0-9894-148B-1A922976768F}"/>
              </a:ext>
            </a:extLst>
          </p:cNvPr>
          <p:cNvSpPr/>
          <p:nvPr/>
        </p:nvSpPr>
        <p:spPr>
          <a:xfrm>
            <a:off x="6384380" y="3862111"/>
            <a:ext cx="2717252" cy="2730908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A287FA7-FA63-A1AC-74E9-16E97A399CE1}"/>
              </a:ext>
            </a:extLst>
          </p:cNvPr>
          <p:cNvSpPr txBox="1"/>
          <p:nvPr/>
        </p:nvSpPr>
        <p:spPr>
          <a:xfrm>
            <a:off x="6435377" y="3944625"/>
            <a:ext cx="18181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ANÁLISE DAS </a:t>
            </a:r>
            <a:r>
              <a:rPr lang="pt-BR" sz="9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pic>
        <p:nvPicPr>
          <p:cNvPr id="49" name="Imagem 48" descr="Forma&#10;&#10;O conteúdo gerado por IA pode estar incorreto.">
            <a:extLst>
              <a:ext uri="{FF2B5EF4-FFF2-40B4-BE49-F238E27FC236}">
                <a16:creationId xmlns:a16="http://schemas.microsoft.com/office/drawing/2014/main" id="{F1615941-17F4-8F92-BE72-83451776C8A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74" y="6225068"/>
            <a:ext cx="215734" cy="215734"/>
          </a:xfrm>
          <a:prstGeom prst="rect">
            <a:avLst/>
          </a:prstGeom>
        </p:spPr>
      </p:pic>
      <p:pic>
        <p:nvPicPr>
          <p:cNvPr id="1028" name="Imagem 1027" descr="Forma&#10;&#10;O conteúdo gerado por IA pode estar incorreto.">
            <a:extLst>
              <a:ext uri="{FF2B5EF4-FFF2-40B4-BE49-F238E27FC236}">
                <a16:creationId xmlns:a16="http://schemas.microsoft.com/office/drawing/2014/main" id="{38C862A6-CE27-A281-C21D-4EC5CBCECAD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66" y="956753"/>
            <a:ext cx="304798" cy="304798"/>
          </a:xfrm>
          <a:prstGeom prst="rect">
            <a:avLst/>
          </a:prstGeom>
        </p:spPr>
      </p:pic>
      <p:sp>
        <p:nvSpPr>
          <p:cNvPr id="1035" name="Retângulo: Cantos Arredondados 1034">
            <a:extLst>
              <a:ext uri="{FF2B5EF4-FFF2-40B4-BE49-F238E27FC236}">
                <a16:creationId xmlns:a16="http://schemas.microsoft.com/office/drawing/2014/main" id="{E6485F54-A9E9-648A-C0A1-0B87EFF94B32}"/>
              </a:ext>
            </a:extLst>
          </p:cNvPr>
          <p:cNvSpPr/>
          <p:nvPr/>
        </p:nvSpPr>
        <p:spPr>
          <a:xfrm>
            <a:off x="9261814" y="3849527"/>
            <a:ext cx="2654365" cy="2730908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B135541-6212-6F24-0351-F85DA26327F1}"/>
              </a:ext>
            </a:extLst>
          </p:cNvPr>
          <p:cNvSpPr txBox="1"/>
          <p:nvPr/>
        </p:nvSpPr>
        <p:spPr>
          <a:xfrm>
            <a:off x="9304665" y="3923871"/>
            <a:ext cx="19688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COMPOSIÇÃO DA </a:t>
            </a:r>
            <a:r>
              <a:rPr lang="pt-BR" sz="9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RECEITA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332ACD3F-BD00-4974-5E36-D2306B544CC8}"/>
              </a:ext>
            </a:extLst>
          </p:cNvPr>
          <p:cNvCxnSpPr/>
          <p:nvPr/>
        </p:nvCxnSpPr>
        <p:spPr>
          <a:xfrm>
            <a:off x="53284" y="597638"/>
            <a:ext cx="12083844" cy="0"/>
          </a:xfrm>
          <a:prstGeom prst="line">
            <a:avLst/>
          </a:prstGeom>
          <a:ln w="57150">
            <a:gradFill flip="none" rotWithShape="1">
              <a:gsLst>
                <a:gs pos="100000">
                  <a:srgbClr val="45AD97"/>
                </a:gs>
                <a:gs pos="0">
                  <a:srgbClr val="6EE2C8"/>
                </a:gs>
                <a:gs pos="49000">
                  <a:srgbClr val="BCF2E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3d money icon illustration">
            <a:extLst>
              <a:ext uri="{FF2B5EF4-FFF2-40B4-BE49-F238E27FC236}">
                <a16:creationId xmlns:a16="http://schemas.microsoft.com/office/drawing/2014/main" id="{139EBEB3-C4E1-80E4-566F-4F373B2AA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04" b="89623" l="8707" r="91293">
                        <a14:foregroundMark x1="45578" y1="46361" x2="60816" y2="43666"/>
                        <a14:foregroundMark x1="49116" y1="53100" x2="63810" y2="50943"/>
                        <a14:foregroundMark x1="40272" y1="51752" x2="55918" y2="40162"/>
                        <a14:foregroundMark x1="32925" y1="46092" x2="55646" y2="35849"/>
                        <a14:foregroundMark x1="32925" y1="43666" x2="53469" y2="31267"/>
                        <a14:foregroundMark x1="33197" y1="45013" x2="50204" y2="29111"/>
                        <a14:foregroundMark x1="10068" y1="60108" x2="8980" y2="63342"/>
                        <a14:foregroundMark x1="30204" y1="47170" x2="38367" y2="43396"/>
                        <a14:foregroundMark x1="88844" y1="31267" x2="91293" y2="45013"/>
                        <a14:foregroundMark x1="9252" y1="64151" x2="10340" y2="67925"/>
                        <a14:foregroundMark x1="8707" y1="61995" x2="10884" y2="71698"/>
                        <a14:foregroundMark x1="26395" y1="56334" x2="54558" y2="40701"/>
                        <a14:foregroundMark x1="41905" y1="41240" x2="21497" y2="51752"/>
                        <a14:foregroundMark x1="28844" y1="46361" x2="36190" y2="44205"/>
                      </a14:backgroundRemoval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8891" y="5092688"/>
            <a:ext cx="654789" cy="66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Imagem 29" descr="Ícone&#10;&#10;O conteúdo gerado por IA pode estar incorreto.">
            <a:extLst>
              <a:ext uri="{FF2B5EF4-FFF2-40B4-BE49-F238E27FC236}">
                <a16:creationId xmlns:a16="http://schemas.microsoft.com/office/drawing/2014/main" id="{B3CD3410-4B3E-5E7B-84DE-57FFCA7031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984" y="2070581"/>
            <a:ext cx="260728" cy="260728"/>
          </a:xfrm>
          <a:prstGeom prst="rect">
            <a:avLst/>
          </a:prstGeom>
        </p:spPr>
      </p:pic>
      <p:pic>
        <p:nvPicPr>
          <p:cNvPr id="32" name="Imagem 31" descr="Ícone&#10;&#10;O conteúdo gerado por IA pode estar incorreto.">
            <a:extLst>
              <a:ext uri="{FF2B5EF4-FFF2-40B4-BE49-F238E27FC236}">
                <a16:creationId xmlns:a16="http://schemas.microsoft.com/office/drawing/2014/main" id="{931D3E9B-C4F0-AA0D-A740-B68FEEAE80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688" y="1204717"/>
            <a:ext cx="260728" cy="260728"/>
          </a:xfrm>
          <a:prstGeom prst="rect">
            <a:avLst/>
          </a:prstGeom>
        </p:spPr>
      </p:pic>
      <p:pic>
        <p:nvPicPr>
          <p:cNvPr id="34" name="Imagem 33" descr="Ícone&#10;&#10;O conteúdo gerado por IA pode estar incorreto.">
            <a:extLst>
              <a:ext uri="{FF2B5EF4-FFF2-40B4-BE49-F238E27FC236}">
                <a16:creationId xmlns:a16="http://schemas.microsoft.com/office/drawing/2014/main" id="{93652F46-2C5C-0C0E-B0E7-B2A17A0A13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688" y="2941784"/>
            <a:ext cx="260728" cy="260728"/>
          </a:xfrm>
          <a:prstGeom prst="rect">
            <a:avLst/>
          </a:prstGeom>
        </p:spPr>
      </p:pic>
      <p:pic>
        <p:nvPicPr>
          <p:cNvPr id="42" name="Imagem 41" descr="Ícone&#10;&#10;O conteúdo gerado por IA pode estar incorreto.">
            <a:extLst>
              <a:ext uri="{FF2B5EF4-FFF2-40B4-BE49-F238E27FC236}">
                <a16:creationId xmlns:a16="http://schemas.microsoft.com/office/drawing/2014/main" id="{48447AB0-8A64-CA60-031E-694448B899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74" y="3325915"/>
            <a:ext cx="215733" cy="215733"/>
          </a:xfrm>
          <a:prstGeom prst="rect">
            <a:avLst/>
          </a:prstGeom>
        </p:spPr>
      </p:pic>
      <p:pic>
        <p:nvPicPr>
          <p:cNvPr id="44" name="Imagem 43" descr="Ícone&#10;&#10;O conteúdo gerado por IA pode estar incorreto.">
            <a:extLst>
              <a:ext uri="{FF2B5EF4-FFF2-40B4-BE49-F238E27FC236}">
                <a16:creationId xmlns:a16="http://schemas.microsoft.com/office/drawing/2014/main" id="{2CCA9560-3DD4-9E86-F5BE-E63DF38423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74" y="1557815"/>
            <a:ext cx="215733" cy="215733"/>
          </a:xfrm>
          <a:prstGeom prst="rect">
            <a:avLst/>
          </a:prstGeom>
        </p:spPr>
      </p:pic>
      <p:pic>
        <p:nvPicPr>
          <p:cNvPr id="46" name="Imagem 45" descr="Ícone&#10;&#10;O conteúdo gerado por IA pode estar incorreto.">
            <a:extLst>
              <a:ext uri="{FF2B5EF4-FFF2-40B4-BE49-F238E27FC236}">
                <a16:creationId xmlns:a16="http://schemas.microsoft.com/office/drawing/2014/main" id="{8B53EF31-FFD7-588E-113E-BBE51467106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6" y="2792683"/>
            <a:ext cx="216369" cy="216369"/>
          </a:xfrm>
          <a:prstGeom prst="rect">
            <a:avLst/>
          </a:prstGeom>
        </p:spPr>
      </p:pic>
      <p:pic>
        <p:nvPicPr>
          <p:cNvPr id="48" name="Imagem 47" descr="Forma&#10;&#10;O conteúdo gerado por IA pode estar incorreto.">
            <a:extLst>
              <a:ext uri="{FF2B5EF4-FFF2-40B4-BE49-F238E27FC236}">
                <a16:creationId xmlns:a16="http://schemas.microsoft.com/office/drawing/2014/main" id="{F0711E73-E451-9B76-F0CF-7BBE9DA8428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53" y="2185696"/>
            <a:ext cx="185015" cy="1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6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67FE-39E9-7F03-1B9A-C6F680FD8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FC21FB5-5DF9-F412-8DC2-FB0B4BA6ED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84" y="63910"/>
            <a:ext cx="12083844" cy="6730180"/>
          </a:xfrm>
          <a:prstGeom prst="roundRect">
            <a:avLst>
              <a:gd name="adj" fmla="val 1613"/>
            </a:avLst>
          </a:prstGeom>
          <a:solidFill>
            <a:srgbClr val="F0F0F2"/>
          </a:solidFill>
          <a:ln w="9525">
            <a:solidFill>
              <a:schemeClr val="bg2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B524F03-1CFD-C265-1C9B-E41B07B93BF0}"/>
              </a:ext>
            </a:extLst>
          </p:cNvPr>
          <p:cNvSpPr/>
          <p:nvPr/>
        </p:nvSpPr>
        <p:spPr>
          <a:xfrm>
            <a:off x="275821" y="805600"/>
            <a:ext cx="502238" cy="5787419"/>
          </a:xfrm>
          <a:prstGeom prst="roundRect">
            <a:avLst>
              <a:gd name="adj" fmla="val 20624"/>
            </a:avLst>
          </a:prstGeom>
          <a:gradFill flip="none" rotWithShape="1">
            <a:gsLst>
              <a:gs pos="100000">
                <a:srgbClr val="A8D95E"/>
              </a:gs>
              <a:gs pos="806">
                <a:srgbClr val="FFB766"/>
              </a:gs>
              <a:gs pos="49000">
                <a:srgbClr val="F9F7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F95E21F-8A9C-0909-443D-61D83EAC24CB}"/>
              </a:ext>
            </a:extLst>
          </p:cNvPr>
          <p:cNvSpPr/>
          <p:nvPr/>
        </p:nvSpPr>
        <p:spPr>
          <a:xfrm>
            <a:off x="959955" y="805601"/>
            <a:ext cx="8713961" cy="2855440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DC15B2E-3478-3991-AF07-46C3F9A6E3A6}"/>
              </a:ext>
            </a:extLst>
          </p:cNvPr>
          <p:cNvSpPr/>
          <p:nvPr/>
        </p:nvSpPr>
        <p:spPr>
          <a:xfrm>
            <a:off x="959956" y="3862111"/>
            <a:ext cx="5281887" cy="2730909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D6A13D0-BEEC-18A6-535B-97AA90C9D346}"/>
              </a:ext>
            </a:extLst>
          </p:cNvPr>
          <p:cNvSpPr/>
          <p:nvPr/>
        </p:nvSpPr>
        <p:spPr>
          <a:xfrm>
            <a:off x="9811877" y="805601"/>
            <a:ext cx="2104302" cy="2855439"/>
          </a:xfrm>
          <a:prstGeom prst="roundRect">
            <a:avLst>
              <a:gd name="adj" fmla="val 8097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5D56E39-16C1-F42F-087B-57FF8DEE4B75}"/>
              </a:ext>
            </a:extLst>
          </p:cNvPr>
          <p:cNvSpPr txBox="1"/>
          <p:nvPr/>
        </p:nvSpPr>
        <p:spPr>
          <a:xfrm>
            <a:off x="218671" y="320639"/>
            <a:ext cx="2518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spc="150" dirty="0">
                <a:latin typeface="Inter" panose="02000503000000020004" pitchFamily="2" charset="0"/>
                <a:ea typeface="Inter" panose="02000503000000020004" pitchFamily="2" charset="0"/>
              </a:rPr>
              <a:t>DASHBOARD </a:t>
            </a:r>
            <a:r>
              <a:rPr lang="pt-BR" sz="1200" b="1" spc="150" dirty="0">
                <a:latin typeface="Inter" panose="02000503000000020004" pitchFamily="2" charset="0"/>
                <a:ea typeface="Inter" panose="02000503000000020004" pitchFamily="2" charset="0"/>
              </a:rPr>
              <a:t>FINANCEIRO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7520AFB-DDDC-30F9-2393-3FB3A6B04CFA}"/>
              </a:ext>
            </a:extLst>
          </p:cNvPr>
          <p:cNvSpPr txBox="1"/>
          <p:nvPr/>
        </p:nvSpPr>
        <p:spPr>
          <a:xfrm>
            <a:off x="1000596" y="886847"/>
            <a:ext cx="2627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EVOLUÇÃO </a:t>
            </a:r>
            <a:r>
              <a:rPr lang="pt-BR" sz="900" b="1" spc="100" dirty="0">
                <a:latin typeface="Inter" panose="02000503000000020004" pitchFamily="2" charset="0"/>
                <a:ea typeface="Inter" panose="02000503000000020004" pitchFamily="2" charset="0"/>
              </a:rPr>
              <a:t>RECEITAS</a:t>
            </a:r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 VS </a:t>
            </a:r>
            <a:r>
              <a:rPr lang="pt-BR" sz="900" b="1" spc="100" dirty="0"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339226E-7D34-5B2E-21C1-E918B2AFC37A}"/>
              </a:ext>
            </a:extLst>
          </p:cNvPr>
          <p:cNvSpPr txBox="1"/>
          <p:nvPr/>
        </p:nvSpPr>
        <p:spPr>
          <a:xfrm>
            <a:off x="1000596" y="3944625"/>
            <a:ext cx="12923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DETALHAMENTO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87E9321-5A1D-D1F4-90D5-1DB5DC03D95C}"/>
              </a:ext>
            </a:extLst>
          </p:cNvPr>
          <p:cNvSpPr txBox="1"/>
          <p:nvPr/>
        </p:nvSpPr>
        <p:spPr>
          <a:xfrm>
            <a:off x="10572960" y="981943"/>
            <a:ext cx="7521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RECEITA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F97EDBA-5F69-7329-B7B9-77DDBDA0FF0E}"/>
              </a:ext>
            </a:extLst>
          </p:cNvPr>
          <p:cNvSpPr/>
          <p:nvPr/>
        </p:nvSpPr>
        <p:spPr>
          <a:xfrm>
            <a:off x="10112864" y="1002263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5E604AE-A040-0ABF-55FF-79403FD9D793}"/>
              </a:ext>
            </a:extLst>
          </p:cNvPr>
          <p:cNvSpPr/>
          <p:nvPr/>
        </p:nvSpPr>
        <p:spPr>
          <a:xfrm>
            <a:off x="10107568" y="2362949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272BB7C-FD52-41BC-AB62-03B977D63647}"/>
              </a:ext>
            </a:extLst>
          </p:cNvPr>
          <p:cNvSpPr/>
          <p:nvPr/>
        </p:nvSpPr>
        <p:spPr>
          <a:xfrm>
            <a:off x="10107568" y="1682606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Retângulo: Cantos Superiores Arredondados 20">
            <a:extLst>
              <a:ext uri="{FF2B5EF4-FFF2-40B4-BE49-F238E27FC236}">
                <a16:creationId xmlns:a16="http://schemas.microsoft.com/office/drawing/2014/main" id="{7C6469F7-AC6D-F1D7-D791-91D97AB88EBE}"/>
              </a:ext>
            </a:extLst>
          </p:cNvPr>
          <p:cNvSpPr/>
          <p:nvPr/>
        </p:nvSpPr>
        <p:spPr>
          <a:xfrm rot="16200000">
            <a:off x="8445359" y="2190292"/>
            <a:ext cx="2826011" cy="9516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A8D95E"/>
              </a:gs>
              <a:gs pos="806">
                <a:srgbClr val="FFB766"/>
              </a:gs>
              <a:gs pos="49000">
                <a:srgbClr val="F9F748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358FF68-6FE6-F11A-E3C1-A57CFF053497}"/>
              </a:ext>
            </a:extLst>
          </p:cNvPr>
          <p:cNvSpPr/>
          <p:nvPr/>
        </p:nvSpPr>
        <p:spPr>
          <a:xfrm>
            <a:off x="359543" y="2111396"/>
            <a:ext cx="334794" cy="334794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897A431-974A-0F82-D7DB-611D26E6C7D7}"/>
              </a:ext>
            </a:extLst>
          </p:cNvPr>
          <p:cNvSpPr txBox="1"/>
          <p:nvPr/>
        </p:nvSpPr>
        <p:spPr>
          <a:xfrm>
            <a:off x="10572960" y="1662286"/>
            <a:ext cx="8819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57EE4FC-60AC-4532-6D1D-4C40F582BE18}"/>
              </a:ext>
            </a:extLst>
          </p:cNvPr>
          <p:cNvSpPr txBox="1"/>
          <p:nvPr/>
        </p:nvSpPr>
        <p:spPr>
          <a:xfrm>
            <a:off x="10572960" y="2342629"/>
            <a:ext cx="6383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SALDO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B92B688-9893-41A3-3DFF-062E7CD4825D}"/>
              </a:ext>
            </a:extLst>
          </p:cNvPr>
          <p:cNvSpPr txBox="1"/>
          <p:nvPr/>
        </p:nvSpPr>
        <p:spPr>
          <a:xfrm>
            <a:off x="10572960" y="3022972"/>
            <a:ext cx="7729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MARGEM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3081AB0C-E692-0A96-7C1E-FD37A479DFAD}"/>
              </a:ext>
            </a:extLst>
          </p:cNvPr>
          <p:cNvSpPr/>
          <p:nvPr/>
        </p:nvSpPr>
        <p:spPr>
          <a:xfrm>
            <a:off x="10107568" y="3043292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27A73E2-2861-D675-3D46-00B963E63E00}"/>
              </a:ext>
            </a:extLst>
          </p:cNvPr>
          <p:cNvSpPr/>
          <p:nvPr/>
        </p:nvSpPr>
        <p:spPr>
          <a:xfrm>
            <a:off x="6384380" y="3862111"/>
            <a:ext cx="2717252" cy="2730908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7799198-7840-D193-2B3D-D33D15D31064}"/>
              </a:ext>
            </a:extLst>
          </p:cNvPr>
          <p:cNvSpPr txBox="1"/>
          <p:nvPr/>
        </p:nvSpPr>
        <p:spPr>
          <a:xfrm>
            <a:off x="6435377" y="3944625"/>
            <a:ext cx="18181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ANÁLISE DAS </a:t>
            </a:r>
            <a:r>
              <a:rPr lang="pt-BR" sz="900" b="1" spc="100" dirty="0"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pic>
        <p:nvPicPr>
          <p:cNvPr id="49" name="Imagem 48" descr="Forma&#10;&#10;O conteúdo gerado por IA pode estar incorreto.">
            <a:extLst>
              <a:ext uri="{FF2B5EF4-FFF2-40B4-BE49-F238E27FC236}">
                <a16:creationId xmlns:a16="http://schemas.microsoft.com/office/drawing/2014/main" id="{AFC02222-72B7-8AF8-E0D7-AD127C14E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42" y="6225068"/>
            <a:ext cx="215734" cy="215734"/>
          </a:xfrm>
          <a:prstGeom prst="rect">
            <a:avLst/>
          </a:prstGeom>
        </p:spPr>
      </p:pic>
      <p:pic>
        <p:nvPicPr>
          <p:cNvPr id="61" name="Imagem 60" descr="Forma&#10;&#10;O conteúdo gerado por IA pode estar incorreto.">
            <a:extLst>
              <a:ext uri="{FF2B5EF4-FFF2-40B4-BE49-F238E27FC236}">
                <a16:creationId xmlns:a16="http://schemas.microsoft.com/office/drawing/2014/main" id="{A6D23394-FF39-25E2-1807-3B088B701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350" y="2469871"/>
            <a:ext cx="266740" cy="266740"/>
          </a:xfrm>
          <a:prstGeom prst="rect">
            <a:avLst/>
          </a:prstGeom>
        </p:spPr>
      </p:pic>
      <p:pic>
        <p:nvPicPr>
          <p:cNvPr id="63" name="Imagem 62" descr="Forma&#10;&#10;O conteúdo gerado por IA pode estar incorreto.">
            <a:extLst>
              <a:ext uri="{FF2B5EF4-FFF2-40B4-BE49-F238E27FC236}">
                <a16:creationId xmlns:a16="http://schemas.microsoft.com/office/drawing/2014/main" id="{C92ADF48-3CB2-D2B6-7D79-36CCD496C3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350" y="1789528"/>
            <a:ext cx="266740" cy="266740"/>
          </a:xfrm>
          <a:prstGeom prst="rect">
            <a:avLst/>
          </a:prstGeom>
        </p:spPr>
      </p:pic>
      <p:pic>
        <p:nvPicPr>
          <p:cNvPr id="1025" name="Imagem 1024" descr="Forma&#10;&#10;O conteúdo gerado por IA pode estar incorreto.">
            <a:extLst>
              <a:ext uri="{FF2B5EF4-FFF2-40B4-BE49-F238E27FC236}">
                <a16:creationId xmlns:a16="http://schemas.microsoft.com/office/drawing/2014/main" id="{635B2CD2-9E2B-BE77-1147-0A4722D0B4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646" y="1109185"/>
            <a:ext cx="266740" cy="266740"/>
          </a:xfrm>
          <a:prstGeom prst="rect">
            <a:avLst/>
          </a:prstGeom>
        </p:spPr>
      </p:pic>
      <p:pic>
        <p:nvPicPr>
          <p:cNvPr id="1028" name="Imagem 1027" descr="Forma&#10;&#10;O conteúdo gerado por IA pode estar incorreto.">
            <a:extLst>
              <a:ext uri="{FF2B5EF4-FFF2-40B4-BE49-F238E27FC236}">
                <a16:creationId xmlns:a16="http://schemas.microsoft.com/office/drawing/2014/main" id="{B8E04C79-F302-4AF3-CB9D-3BB614E5BF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66" y="956753"/>
            <a:ext cx="304798" cy="304798"/>
          </a:xfrm>
          <a:prstGeom prst="rect">
            <a:avLst/>
          </a:prstGeom>
        </p:spPr>
      </p:pic>
      <p:pic>
        <p:nvPicPr>
          <p:cNvPr id="1030" name="Imagem 1029" descr="Forma&#10;&#10;O conteúdo gerado por IA pode estar incorreto.">
            <a:extLst>
              <a:ext uri="{FF2B5EF4-FFF2-40B4-BE49-F238E27FC236}">
                <a16:creationId xmlns:a16="http://schemas.microsoft.com/office/drawing/2014/main" id="{3F3E213F-BD49-90CA-203F-AA40D77C6A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73" y="1596749"/>
            <a:ext cx="215734" cy="215734"/>
          </a:xfrm>
          <a:prstGeom prst="rect">
            <a:avLst/>
          </a:prstGeom>
        </p:spPr>
      </p:pic>
      <p:pic>
        <p:nvPicPr>
          <p:cNvPr id="1032" name="Imagem 1031" descr="Forma&#10;&#10;O conteúdo gerado por IA pode estar incorreto.">
            <a:extLst>
              <a:ext uri="{FF2B5EF4-FFF2-40B4-BE49-F238E27FC236}">
                <a16:creationId xmlns:a16="http://schemas.microsoft.com/office/drawing/2014/main" id="{732B9482-FF08-F7A1-DFDB-EC0C6AC696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350" y="3150214"/>
            <a:ext cx="266740" cy="266740"/>
          </a:xfrm>
          <a:prstGeom prst="rect">
            <a:avLst/>
          </a:prstGeom>
        </p:spPr>
      </p:pic>
      <p:sp>
        <p:nvSpPr>
          <p:cNvPr id="1035" name="Retângulo: Cantos Arredondados 1034">
            <a:extLst>
              <a:ext uri="{FF2B5EF4-FFF2-40B4-BE49-F238E27FC236}">
                <a16:creationId xmlns:a16="http://schemas.microsoft.com/office/drawing/2014/main" id="{44F7D5FC-3DD6-680A-4CC3-EC383CCE3A65}"/>
              </a:ext>
            </a:extLst>
          </p:cNvPr>
          <p:cNvSpPr/>
          <p:nvPr/>
        </p:nvSpPr>
        <p:spPr>
          <a:xfrm>
            <a:off x="9261814" y="3849527"/>
            <a:ext cx="2654365" cy="2730908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B9CABAF-E306-1C98-B658-96BA8445AC39}"/>
              </a:ext>
            </a:extLst>
          </p:cNvPr>
          <p:cNvSpPr txBox="1"/>
          <p:nvPr/>
        </p:nvSpPr>
        <p:spPr>
          <a:xfrm>
            <a:off x="9304665" y="3923871"/>
            <a:ext cx="19688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COMPOSIÇÃO DA </a:t>
            </a:r>
            <a:r>
              <a:rPr lang="pt-BR" sz="900" b="1" spc="100" dirty="0">
                <a:latin typeface="Inter" panose="02000503000000020004" pitchFamily="2" charset="0"/>
                <a:ea typeface="Inter" panose="02000503000000020004" pitchFamily="2" charset="0"/>
              </a:rPr>
              <a:t>RECEITA</a:t>
            </a:r>
          </a:p>
        </p:txBody>
      </p:sp>
      <p:pic>
        <p:nvPicPr>
          <p:cNvPr id="1037" name="Imagem 1036" descr="Ícone&#10;&#10;O conteúdo gerado por IA pode estar incorreto.">
            <a:extLst>
              <a:ext uri="{FF2B5EF4-FFF2-40B4-BE49-F238E27FC236}">
                <a16:creationId xmlns:a16="http://schemas.microsoft.com/office/drawing/2014/main" id="{2BD7E42A-EC88-B96A-8E42-12B886173A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8" y="2190011"/>
            <a:ext cx="177564" cy="177564"/>
          </a:xfrm>
          <a:prstGeom prst="rect">
            <a:avLst/>
          </a:prstGeom>
        </p:spPr>
      </p:pic>
      <p:pic>
        <p:nvPicPr>
          <p:cNvPr id="1039" name="Imagem 1038">
            <a:extLst>
              <a:ext uri="{FF2B5EF4-FFF2-40B4-BE49-F238E27FC236}">
                <a16:creationId xmlns:a16="http://schemas.microsoft.com/office/drawing/2014/main" id="{19B3FAEC-3E0F-B66A-C883-AB032D1A80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42" y="2777774"/>
            <a:ext cx="203198" cy="20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34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3AC0-C24A-5DE3-3B5B-9062271EA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6E05A8A-0E59-9F4E-3096-A43ECB04D0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84" y="63910"/>
            <a:ext cx="12083844" cy="6730180"/>
          </a:xfrm>
          <a:prstGeom prst="roundRect">
            <a:avLst>
              <a:gd name="adj" fmla="val 1613"/>
            </a:avLst>
          </a:prstGeom>
          <a:solidFill>
            <a:srgbClr val="F0F0F2"/>
          </a:solidFill>
          <a:ln w="9525">
            <a:solidFill>
              <a:schemeClr val="bg2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9ED3B1A-3B96-DB9B-9CCE-2869AE0BB853}"/>
              </a:ext>
            </a:extLst>
          </p:cNvPr>
          <p:cNvSpPr/>
          <p:nvPr/>
        </p:nvSpPr>
        <p:spPr>
          <a:xfrm>
            <a:off x="275821" y="805600"/>
            <a:ext cx="502238" cy="5787419"/>
          </a:xfrm>
          <a:prstGeom prst="roundRect">
            <a:avLst>
              <a:gd name="adj" fmla="val 20624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D3EB5D2-D8D4-F1EE-83F6-A9C98576A996}"/>
              </a:ext>
            </a:extLst>
          </p:cNvPr>
          <p:cNvSpPr/>
          <p:nvPr/>
        </p:nvSpPr>
        <p:spPr>
          <a:xfrm>
            <a:off x="959955" y="805601"/>
            <a:ext cx="8713961" cy="2855440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5CB2DBC-3E20-AC07-A76D-8FB47E716F87}"/>
              </a:ext>
            </a:extLst>
          </p:cNvPr>
          <p:cNvSpPr/>
          <p:nvPr/>
        </p:nvSpPr>
        <p:spPr>
          <a:xfrm>
            <a:off x="959956" y="3862111"/>
            <a:ext cx="5281887" cy="2730909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9678A08-FAA2-4939-B92C-CE4B9C5179EF}"/>
              </a:ext>
            </a:extLst>
          </p:cNvPr>
          <p:cNvSpPr/>
          <p:nvPr/>
        </p:nvSpPr>
        <p:spPr>
          <a:xfrm>
            <a:off x="9811877" y="805601"/>
            <a:ext cx="2104302" cy="2855439"/>
          </a:xfrm>
          <a:prstGeom prst="roundRect">
            <a:avLst>
              <a:gd name="adj" fmla="val 8097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22ED0A4-F8E7-E17E-C0AD-0DBABA03EC73}"/>
              </a:ext>
            </a:extLst>
          </p:cNvPr>
          <p:cNvSpPr txBox="1"/>
          <p:nvPr/>
        </p:nvSpPr>
        <p:spPr>
          <a:xfrm>
            <a:off x="218671" y="320639"/>
            <a:ext cx="2518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spc="150" dirty="0">
                <a:latin typeface="Inter" panose="02000503000000020004" pitchFamily="2" charset="0"/>
                <a:ea typeface="Inter" panose="02000503000000020004" pitchFamily="2" charset="0"/>
              </a:rPr>
              <a:t>DASHBOARD </a:t>
            </a:r>
            <a:r>
              <a:rPr lang="pt-BR" sz="1200" b="1" spc="150" dirty="0">
                <a:latin typeface="Inter" panose="02000503000000020004" pitchFamily="2" charset="0"/>
                <a:ea typeface="Inter" panose="02000503000000020004" pitchFamily="2" charset="0"/>
              </a:rPr>
              <a:t>FINANCEIRO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82D6A82-F1A4-4DC0-B611-5FE40915FF76}"/>
              </a:ext>
            </a:extLst>
          </p:cNvPr>
          <p:cNvSpPr txBox="1"/>
          <p:nvPr/>
        </p:nvSpPr>
        <p:spPr>
          <a:xfrm>
            <a:off x="1000596" y="886847"/>
            <a:ext cx="2627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EVOLUÇÃO </a:t>
            </a:r>
            <a:r>
              <a:rPr lang="pt-BR" sz="900" b="1" spc="100" dirty="0">
                <a:latin typeface="Inter" panose="02000503000000020004" pitchFamily="2" charset="0"/>
                <a:ea typeface="Inter" panose="02000503000000020004" pitchFamily="2" charset="0"/>
              </a:rPr>
              <a:t>RECEITAS</a:t>
            </a:r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 VS </a:t>
            </a:r>
            <a:r>
              <a:rPr lang="pt-BR" sz="900" b="1" spc="100" dirty="0"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426C06A-52D4-EE28-9F0C-F15D2071C5E5}"/>
              </a:ext>
            </a:extLst>
          </p:cNvPr>
          <p:cNvSpPr txBox="1"/>
          <p:nvPr/>
        </p:nvSpPr>
        <p:spPr>
          <a:xfrm>
            <a:off x="1000596" y="3944625"/>
            <a:ext cx="12923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DETALHAMENTO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B9F9192-7D09-DBBE-B73F-AB05935162FC}"/>
              </a:ext>
            </a:extLst>
          </p:cNvPr>
          <p:cNvSpPr txBox="1"/>
          <p:nvPr/>
        </p:nvSpPr>
        <p:spPr>
          <a:xfrm>
            <a:off x="10572960" y="981943"/>
            <a:ext cx="7521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RECEITA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68049BD-4675-EC50-FE20-4DC1FB6B4D76}"/>
              </a:ext>
            </a:extLst>
          </p:cNvPr>
          <p:cNvSpPr/>
          <p:nvPr/>
        </p:nvSpPr>
        <p:spPr>
          <a:xfrm>
            <a:off x="10112864" y="1002263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0BFDCED-25A3-41E3-0848-02A320CA9EA2}"/>
              </a:ext>
            </a:extLst>
          </p:cNvPr>
          <p:cNvSpPr/>
          <p:nvPr/>
        </p:nvSpPr>
        <p:spPr>
          <a:xfrm>
            <a:off x="10107568" y="2362949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61CBB4D-DBDB-727E-0146-3A6A72E96249}"/>
              </a:ext>
            </a:extLst>
          </p:cNvPr>
          <p:cNvSpPr/>
          <p:nvPr/>
        </p:nvSpPr>
        <p:spPr>
          <a:xfrm>
            <a:off x="10107568" y="1682606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Retângulo: Cantos Superiores Arredondados 20">
            <a:extLst>
              <a:ext uri="{FF2B5EF4-FFF2-40B4-BE49-F238E27FC236}">
                <a16:creationId xmlns:a16="http://schemas.microsoft.com/office/drawing/2014/main" id="{A93D190B-A09A-82E5-333F-152114956404}"/>
              </a:ext>
            </a:extLst>
          </p:cNvPr>
          <p:cNvSpPr/>
          <p:nvPr/>
        </p:nvSpPr>
        <p:spPr>
          <a:xfrm rot="16200000">
            <a:off x="8445359" y="2190292"/>
            <a:ext cx="2826011" cy="9516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6EE2C8"/>
              </a:gs>
              <a:gs pos="806">
                <a:srgbClr val="E05C5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8471A1B-8EAA-44EE-7E2E-8BC0BA6814B1}"/>
              </a:ext>
            </a:extLst>
          </p:cNvPr>
          <p:cNvSpPr/>
          <p:nvPr/>
        </p:nvSpPr>
        <p:spPr>
          <a:xfrm>
            <a:off x="359543" y="2111396"/>
            <a:ext cx="334794" cy="334794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CE3856F-5ECC-1A68-EAE8-40DDA87D49A5}"/>
              </a:ext>
            </a:extLst>
          </p:cNvPr>
          <p:cNvSpPr txBox="1"/>
          <p:nvPr/>
        </p:nvSpPr>
        <p:spPr>
          <a:xfrm>
            <a:off x="10572960" y="1662286"/>
            <a:ext cx="8819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3EC894D-FB33-7541-BB58-98AB7351BA35}"/>
              </a:ext>
            </a:extLst>
          </p:cNvPr>
          <p:cNvSpPr txBox="1"/>
          <p:nvPr/>
        </p:nvSpPr>
        <p:spPr>
          <a:xfrm>
            <a:off x="10572960" y="2342629"/>
            <a:ext cx="6383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SALDO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4E1ACD4-A00B-8966-6F30-95DA54920383}"/>
              </a:ext>
            </a:extLst>
          </p:cNvPr>
          <p:cNvSpPr txBox="1"/>
          <p:nvPr/>
        </p:nvSpPr>
        <p:spPr>
          <a:xfrm>
            <a:off x="10572960" y="3022972"/>
            <a:ext cx="7729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MARGEM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3409A5E0-EA1C-5726-D29B-30EEAA190E66}"/>
              </a:ext>
            </a:extLst>
          </p:cNvPr>
          <p:cNvSpPr/>
          <p:nvPr/>
        </p:nvSpPr>
        <p:spPr>
          <a:xfrm>
            <a:off x="10107568" y="3043292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D09EFCB8-C74C-8754-8BCA-C9CECCE80AE9}"/>
              </a:ext>
            </a:extLst>
          </p:cNvPr>
          <p:cNvSpPr/>
          <p:nvPr/>
        </p:nvSpPr>
        <p:spPr>
          <a:xfrm>
            <a:off x="6384380" y="3862111"/>
            <a:ext cx="2717252" cy="2730908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DCE183D-D1AC-7E80-CE87-84C0D29EC225}"/>
              </a:ext>
            </a:extLst>
          </p:cNvPr>
          <p:cNvSpPr txBox="1"/>
          <p:nvPr/>
        </p:nvSpPr>
        <p:spPr>
          <a:xfrm>
            <a:off x="6435377" y="3944625"/>
            <a:ext cx="18181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ANÁLISE DAS </a:t>
            </a:r>
            <a:r>
              <a:rPr lang="pt-BR" sz="900" b="1" spc="100" dirty="0"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pic>
        <p:nvPicPr>
          <p:cNvPr id="49" name="Imagem 48" descr="Forma&#10;&#10;O conteúdo gerado por IA pode estar incorreto.">
            <a:extLst>
              <a:ext uri="{FF2B5EF4-FFF2-40B4-BE49-F238E27FC236}">
                <a16:creationId xmlns:a16="http://schemas.microsoft.com/office/drawing/2014/main" id="{739875FA-F7B6-4EBD-6160-4F989F261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42" y="6225068"/>
            <a:ext cx="215734" cy="215734"/>
          </a:xfrm>
          <a:prstGeom prst="rect">
            <a:avLst/>
          </a:prstGeom>
        </p:spPr>
      </p:pic>
      <p:pic>
        <p:nvPicPr>
          <p:cNvPr id="61" name="Imagem 60" descr="Forma&#10;&#10;O conteúdo gerado por IA pode estar incorreto.">
            <a:extLst>
              <a:ext uri="{FF2B5EF4-FFF2-40B4-BE49-F238E27FC236}">
                <a16:creationId xmlns:a16="http://schemas.microsoft.com/office/drawing/2014/main" id="{1A6BA4D3-2407-0439-1330-2740B30FC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350" y="2469871"/>
            <a:ext cx="266740" cy="266740"/>
          </a:xfrm>
          <a:prstGeom prst="rect">
            <a:avLst/>
          </a:prstGeom>
        </p:spPr>
      </p:pic>
      <p:pic>
        <p:nvPicPr>
          <p:cNvPr id="63" name="Imagem 62" descr="Forma&#10;&#10;O conteúdo gerado por IA pode estar incorreto.">
            <a:extLst>
              <a:ext uri="{FF2B5EF4-FFF2-40B4-BE49-F238E27FC236}">
                <a16:creationId xmlns:a16="http://schemas.microsoft.com/office/drawing/2014/main" id="{866F8982-2F34-4B0F-73FA-D3D6852F3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350" y="1789528"/>
            <a:ext cx="266740" cy="266740"/>
          </a:xfrm>
          <a:prstGeom prst="rect">
            <a:avLst/>
          </a:prstGeom>
        </p:spPr>
      </p:pic>
      <p:pic>
        <p:nvPicPr>
          <p:cNvPr id="1025" name="Imagem 1024" descr="Forma&#10;&#10;O conteúdo gerado por IA pode estar incorreto.">
            <a:extLst>
              <a:ext uri="{FF2B5EF4-FFF2-40B4-BE49-F238E27FC236}">
                <a16:creationId xmlns:a16="http://schemas.microsoft.com/office/drawing/2014/main" id="{01714D35-C1F8-EAAD-A498-475CBAC4BB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646" y="1109185"/>
            <a:ext cx="266740" cy="266740"/>
          </a:xfrm>
          <a:prstGeom prst="rect">
            <a:avLst/>
          </a:prstGeom>
        </p:spPr>
      </p:pic>
      <p:pic>
        <p:nvPicPr>
          <p:cNvPr id="1028" name="Imagem 1027" descr="Forma&#10;&#10;O conteúdo gerado por IA pode estar incorreto.">
            <a:extLst>
              <a:ext uri="{FF2B5EF4-FFF2-40B4-BE49-F238E27FC236}">
                <a16:creationId xmlns:a16="http://schemas.microsoft.com/office/drawing/2014/main" id="{A447E1D8-E9E1-D1AA-15A7-DE350E32F5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66" y="956753"/>
            <a:ext cx="304798" cy="304798"/>
          </a:xfrm>
          <a:prstGeom prst="rect">
            <a:avLst/>
          </a:prstGeom>
        </p:spPr>
      </p:pic>
      <p:pic>
        <p:nvPicPr>
          <p:cNvPr id="1030" name="Imagem 1029" descr="Forma&#10;&#10;O conteúdo gerado por IA pode estar incorreto.">
            <a:extLst>
              <a:ext uri="{FF2B5EF4-FFF2-40B4-BE49-F238E27FC236}">
                <a16:creationId xmlns:a16="http://schemas.microsoft.com/office/drawing/2014/main" id="{ADC5721E-3A32-D732-0E07-3BD1CFBA23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73" y="1596749"/>
            <a:ext cx="215734" cy="215734"/>
          </a:xfrm>
          <a:prstGeom prst="rect">
            <a:avLst/>
          </a:prstGeom>
        </p:spPr>
      </p:pic>
      <p:pic>
        <p:nvPicPr>
          <p:cNvPr id="1032" name="Imagem 1031" descr="Forma&#10;&#10;O conteúdo gerado por IA pode estar incorreto.">
            <a:extLst>
              <a:ext uri="{FF2B5EF4-FFF2-40B4-BE49-F238E27FC236}">
                <a16:creationId xmlns:a16="http://schemas.microsoft.com/office/drawing/2014/main" id="{C5AE487F-EE3F-B5B2-EDAF-1A8DA9BC4B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350" y="3150214"/>
            <a:ext cx="266740" cy="266740"/>
          </a:xfrm>
          <a:prstGeom prst="rect">
            <a:avLst/>
          </a:prstGeom>
        </p:spPr>
      </p:pic>
      <p:sp>
        <p:nvSpPr>
          <p:cNvPr id="1035" name="Retângulo: Cantos Arredondados 1034">
            <a:extLst>
              <a:ext uri="{FF2B5EF4-FFF2-40B4-BE49-F238E27FC236}">
                <a16:creationId xmlns:a16="http://schemas.microsoft.com/office/drawing/2014/main" id="{F17A77C8-1926-B30E-6974-9540556567AC}"/>
              </a:ext>
            </a:extLst>
          </p:cNvPr>
          <p:cNvSpPr/>
          <p:nvPr/>
        </p:nvSpPr>
        <p:spPr>
          <a:xfrm>
            <a:off x="9261814" y="3849527"/>
            <a:ext cx="2654365" cy="2730908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F571B12-6DE2-A0A4-3B93-729FAE2BAC5B}"/>
              </a:ext>
            </a:extLst>
          </p:cNvPr>
          <p:cNvSpPr txBox="1"/>
          <p:nvPr/>
        </p:nvSpPr>
        <p:spPr>
          <a:xfrm>
            <a:off x="9304665" y="3923871"/>
            <a:ext cx="19688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latin typeface="Inter" panose="02000503000000020004" pitchFamily="2" charset="0"/>
                <a:ea typeface="Inter" panose="02000503000000020004" pitchFamily="2" charset="0"/>
              </a:rPr>
              <a:t>COMPOSIÇÃO DA </a:t>
            </a:r>
            <a:r>
              <a:rPr lang="pt-BR" sz="900" b="1" spc="100" dirty="0">
                <a:latin typeface="Inter" panose="02000503000000020004" pitchFamily="2" charset="0"/>
                <a:ea typeface="Inter" panose="02000503000000020004" pitchFamily="2" charset="0"/>
              </a:rPr>
              <a:t>RECEITA</a:t>
            </a:r>
          </a:p>
        </p:txBody>
      </p:sp>
      <p:pic>
        <p:nvPicPr>
          <p:cNvPr id="1037" name="Imagem 1036" descr="Ícone&#10;&#10;O conteúdo gerado por IA pode estar incorreto.">
            <a:extLst>
              <a:ext uri="{FF2B5EF4-FFF2-40B4-BE49-F238E27FC236}">
                <a16:creationId xmlns:a16="http://schemas.microsoft.com/office/drawing/2014/main" id="{7DC09886-ED11-3F27-76A4-98FA47A22C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8" y="2190011"/>
            <a:ext cx="177564" cy="177564"/>
          </a:xfrm>
          <a:prstGeom prst="rect">
            <a:avLst/>
          </a:prstGeom>
        </p:spPr>
      </p:pic>
      <p:pic>
        <p:nvPicPr>
          <p:cNvPr id="1039" name="Imagem 1038">
            <a:extLst>
              <a:ext uri="{FF2B5EF4-FFF2-40B4-BE49-F238E27FC236}">
                <a16:creationId xmlns:a16="http://schemas.microsoft.com/office/drawing/2014/main" id="{2DB4EC78-37DD-EC18-E470-3F9F36EEB2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42" y="2777774"/>
            <a:ext cx="203198" cy="20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83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218BC-8287-A9E6-C406-17CE71D4C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66D97B5-6274-7AA2-E263-5AFC5B3350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84" y="63910"/>
            <a:ext cx="12083844" cy="6730180"/>
          </a:xfrm>
          <a:prstGeom prst="roundRect">
            <a:avLst>
              <a:gd name="adj" fmla="val 1613"/>
            </a:avLst>
          </a:prstGeom>
          <a:solidFill>
            <a:srgbClr val="F9FAFC"/>
          </a:solidFill>
          <a:ln w="9525">
            <a:gradFill>
              <a:gsLst>
                <a:gs pos="0">
                  <a:srgbClr val="6EE2C8"/>
                </a:gs>
                <a:gs pos="100000">
                  <a:srgbClr val="156E5C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3" name="Imagem 22" descr="Padrão do plano de fundo, Retângulo&#10;&#10;O conteúdo gerado por IA pode estar incorreto.">
            <a:extLst>
              <a:ext uri="{FF2B5EF4-FFF2-40B4-BE49-F238E27FC236}">
                <a16:creationId xmlns:a16="http://schemas.microsoft.com/office/drawing/2014/main" id="{4A22E134-B3BA-3B87-6939-7CA159832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812" y="805600"/>
            <a:ext cx="2130433" cy="2860631"/>
          </a:xfrm>
          <a:prstGeom prst="rect">
            <a:avLst/>
          </a:prstGeom>
        </p:spPr>
      </p:pic>
      <p:sp>
        <p:nvSpPr>
          <p:cNvPr id="8" name="Retângulo: Cantos Superiores Arredondados 7">
            <a:extLst>
              <a:ext uri="{FF2B5EF4-FFF2-40B4-BE49-F238E27FC236}">
                <a16:creationId xmlns:a16="http://schemas.microsoft.com/office/drawing/2014/main" id="{794D77B3-D75F-E3C2-730D-45747373F61D}"/>
              </a:ext>
            </a:extLst>
          </p:cNvPr>
          <p:cNvSpPr/>
          <p:nvPr/>
        </p:nvSpPr>
        <p:spPr>
          <a:xfrm>
            <a:off x="59468" y="71639"/>
            <a:ext cx="12073063" cy="510688"/>
          </a:xfrm>
          <a:prstGeom prst="round2SameRect">
            <a:avLst>
              <a:gd name="adj1" fmla="val 21267"/>
              <a:gd name="adj2" fmla="val 0"/>
            </a:avLst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2C661B8-CEF4-EF36-07C6-A13D3F07340B}"/>
              </a:ext>
            </a:extLst>
          </p:cNvPr>
          <p:cNvSpPr/>
          <p:nvPr/>
        </p:nvSpPr>
        <p:spPr>
          <a:xfrm>
            <a:off x="275821" y="805600"/>
            <a:ext cx="502238" cy="5787419"/>
          </a:xfrm>
          <a:prstGeom prst="roundRect">
            <a:avLst>
              <a:gd name="adj" fmla="val 20624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5FE9B44-27EE-5F4C-D64D-A80CBF5D3535}"/>
              </a:ext>
            </a:extLst>
          </p:cNvPr>
          <p:cNvSpPr/>
          <p:nvPr/>
        </p:nvSpPr>
        <p:spPr>
          <a:xfrm>
            <a:off x="959955" y="805601"/>
            <a:ext cx="8713961" cy="2855440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3B29344-D560-20FD-781E-271D4DB34DA7}"/>
              </a:ext>
            </a:extLst>
          </p:cNvPr>
          <p:cNvSpPr/>
          <p:nvPr/>
        </p:nvSpPr>
        <p:spPr>
          <a:xfrm>
            <a:off x="959956" y="3862111"/>
            <a:ext cx="5281887" cy="2730909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51F79D0-787F-A5AB-1D65-5A83E075213F}"/>
              </a:ext>
            </a:extLst>
          </p:cNvPr>
          <p:cNvSpPr txBox="1"/>
          <p:nvPr/>
        </p:nvSpPr>
        <p:spPr>
          <a:xfrm>
            <a:off x="236493" y="192873"/>
            <a:ext cx="3554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spc="15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DASHBOARD </a:t>
            </a:r>
            <a:r>
              <a:rPr lang="pt-BR" sz="1100" b="1" spc="15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FINANCEIRO </a:t>
            </a:r>
            <a:r>
              <a:rPr lang="pt-BR" sz="1100" spc="15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&gt; Visão Geral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58D6F40-6B72-E598-8195-AE954413A589}"/>
              </a:ext>
            </a:extLst>
          </p:cNvPr>
          <p:cNvSpPr txBox="1"/>
          <p:nvPr/>
        </p:nvSpPr>
        <p:spPr>
          <a:xfrm>
            <a:off x="1000596" y="886847"/>
            <a:ext cx="2627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EVOLUÇÃO </a:t>
            </a:r>
            <a:r>
              <a:rPr lang="pt-BR" sz="9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RECEITAS</a:t>
            </a:r>
            <a:r>
              <a:rPr lang="pt-BR" sz="9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 VS </a:t>
            </a:r>
            <a:r>
              <a:rPr lang="pt-BR" sz="9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BD31611-6053-AA1F-6C6C-CCC997D0A146}"/>
              </a:ext>
            </a:extLst>
          </p:cNvPr>
          <p:cNvSpPr txBox="1"/>
          <p:nvPr/>
        </p:nvSpPr>
        <p:spPr>
          <a:xfrm>
            <a:off x="1000596" y="3944625"/>
            <a:ext cx="12923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DETALHAMENTO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7CBB388-3B6A-2272-5E2B-D65BC3E9CE8D}"/>
              </a:ext>
            </a:extLst>
          </p:cNvPr>
          <p:cNvSpPr txBox="1"/>
          <p:nvPr/>
        </p:nvSpPr>
        <p:spPr>
          <a:xfrm>
            <a:off x="10489140" y="966703"/>
            <a:ext cx="7729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RECEITA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683C9DF-54F4-8237-A3E4-E63553BDA9EE}"/>
              </a:ext>
            </a:extLst>
          </p:cNvPr>
          <p:cNvSpPr/>
          <p:nvPr/>
        </p:nvSpPr>
        <p:spPr>
          <a:xfrm>
            <a:off x="10013932" y="972483"/>
            <a:ext cx="459514" cy="459514"/>
          </a:xfrm>
          <a:prstGeom prst="roundRect">
            <a:avLst>
              <a:gd name="adj" fmla="val 23343"/>
            </a:avLst>
          </a:prstGeom>
          <a:solidFill>
            <a:schemeClr val="bg1"/>
          </a:solidFill>
          <a:ln w="3175">
            <a:solidFill>
              <a:srgbClr val="BCF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7BE897A-4067-F45C-EE6E-8349523D1C72}"/>
              </a:ext>
            </a:extLst>
          </p:cNvPr>
          <p:cNvSpPr/>
          <p:nvPr/>
        </p:nvSpPr>
        <p:spPr>
          <a:xfrm>
            <a:off x="10008636" y="2333169"/>
            <a:ext cx="459514" cy="459514"/>
          </a:xfrm>
          <a:prstGeom prst="roundRect">
            <a:avLst>
              <a:gd name="adj" fmla="val 23343"/>
            </a:avLst>
          </a:prstGeom>
          <a:solidFill>
            <a:schemeClr val="bg1"/>
          </a:solidFill>
          <a:ln w="3175">
            <a:solidFill>
              <a:srgbClr val="BCF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A9A8D4E-4D33-7DB2-6D4A-FA83AB680ABA}"/>
              </a:ext>
            </a:extLst>
          </p:cNvPr>
          <p:cNvSpPr/>
          <p:nvPr/>
        </p:nvSpPr>
        <p:spPr>
          <a:xfrm>
            <a:off x="10008636" y="1652826"/>
            <a:ext cx="459514" cy="459514"/>
          </a:xfrm>
          <a:prstGeom prst="roundRect">
            <a:avLst>
              <a:gd name="adj" fmla="val 23343"/>
            </a:avLst>
          </a:prstGeom>
          <a:solidFill>
            <a:schemeClr val="bg1"/>
          </a:solidFill>
          <a:ln w="3175">
            <a:solidFill>
              <a:srgbClr val="BCF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0B3F5D4-01A5-44C6-1D33-9B5FD21AAD6E}"/>
              </a:ext>
            </a:extLst>
          </p:cNvPr>
          <p:cNvSpPr/>
          <p:nvPr/>
        </p:nvSpPr>
        <p:spPr>
          <a:xfrm>
            <a:off x="359543" y="2111396"/>
            <a:ext cx="334794" cy="33479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EF5E548-2F45-DBB8-A3BF-7B8C8C28501D}"/>
              </a:ext>
            </a:extLst>
          </p:cNvPr>
          <p:cNvSpPr txBox="1"/>
          <p:nvPr/>
        </p:nvSpPr>
        <p:spPr>
          <a:xfrm>
            <a:off x="10489140" y="1647046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4729EB8-D17B-9C61-5F84-83448642BFA4}"/>
              </a:ext>
            </a:extLst>
          </p:cNvPr>
          <p:cNvSpPr txBox="1"/>
          <p:nvPr/>
        </p:nvSpPr>
        <p:spPr>
          <a:xfrm>
            <a:off x="10489140" y="2327389"/>
            <a:ext cx="6495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SALDO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C1B8E06-7E66-E220-E84E-EFAB1DA62B1D}"/>
              </a:ext>
            </a:extLst>
          </p:cNvPr>
          <p:cNvSpPr txBox="1"/>
          <p:nvPr/>
        </p:nvSpPr>
        <p:spPr>
          <a:xfrm>
            <a:off x="10489140" y="3007732"/>
            <a:ext cx="7938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MARGEM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D707D8F1-A484-526E-02A5-8069696C4FFA}"/>
              </a:ext>
            </a:extLst>
          </p:cNvPr>
          <p:cNvSpPr/>
          <p:nvPr/>
        </p:nvSpPr>
        <p:spPr>
          <a:xfrm>
            <a:off x="10008636" y="3013512"/>
            <a:ext cx="459514" cy="459514"/>
          </a:xfrm>
          <a:prstGeom prst="roundRect">
            <a:avLst>
              <a:gd name="adj" fmla="val 23343"/>
            </a:avLst>
          </a:prstGeom>
          <a:solidFill>
            <a:schemeClr val="bg1"/>
          </a:solidFill>
          <a:ln w="3175">
            <a:solidFill>
              <a:srgbClr val="BCF2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EC50FED9-2134-D4C8-DD45-846FBB95FA97}"/>
              </a:ext>
            </a:extLst>
          </p:cNvPr>
          <p:cNvSpPr/>
          <p:nvPr/>
        </p:nvSpPr>
        <p:spPr>
          <a:xfrm>
            <a:off x="6384380" y="3862111"/>
            <a:ext cx="2717252" cy="2730908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2D76F53-F680-A289-8690-CC93145A64AB}"/>
              </a:ext>
            </a:extLst>
          </p:cNvPr>
          <p:cNvSpPr txBox="1"/>
          <p:nvPr/>
        </p:nvSpPr>
        <p:spPr>
          <a:xfrm>
            <a:off x="6435377" y="3944625"/>
            <a:ext cx="18181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ANÁLISE DAS </a:t>
            </a:r>
            <a:r>
              <a:rPr lang="pt-BR" sz="9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pic>
        <p:nvPicPr>
          <p:cNvPr id="49" name="Imagem 48" descr="Forma&#10;&#10;O conteúdo gerado por IA pode estar incorreto.">
            <a:extLst>
              <a:ext uri="{FF2B5EF4-FFF2-40B4-BE49-F238E27FC236}">
                <a16:creationId xmlns:a16="http://schemas.microsoft.com/office/drawing/2014/main" id="{1E57F557-9B6C-C721-083A-CDF7DD2C122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74" y="6225068"/>
            <a:ext cx="215734" cy="215734"/>
          </a:xfrm>
          <a:prstGeom prst="rect">
            <a:avLst/>
          </a:prstGeom>
        </p:spPr>
      </p:pic>
      <p:pic>
        <p:nvPicPr>
          <p:cNvPr id="1028" name="Imagem 1027" descr="Forma&#10;&#10;O conteúdo gerado por IA pode estar incorreto.">
            <a:extLst>
              <a:ext uri="{FF2B5EF4-FFF2-40B4-BE49-F238E27FC236}">
                <a16:creationId xmlns:a16="http://schemas.microsoft.com/office/drawing/2014/main" id="{30225868-2902-4592-8A3C-AFFB416AD32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66" y="956753"/>
            <a:ext cx="304798" cy="304798"/>
          </a:xfrm>
          <a:prstGeom prst="rect">
            <a:avLst/>
          </a:prstGeom>
        </p:spPr>
      </p:pic>
      <p:sp>
        <p:nvSpPr>
          <p:cNvPr id="1035" name="Retângulo: Cantos Arredondados 1034">
            <a:extLst>
              <a:ext uri="{FF2B5EF4-FFF2-40B4-BE49-F238E27FC236}">
                <a16:creationId xmlns:a16="http://schemas.microsoft.com/office/drawing/2014/main" id="{0DFAF5EB-3A19-D432-7714-E88486A1FAF9}"/>
              </a:ext>
            </a:extLst>
          </p:cNvPr>
          <p:cNvSpPr/>
          <p:nvPr/>
        </p:nvSpPr>
        <p:spPr>
          <a:xfrm>
            <a:off x="9261814" y="3849527"/>
            <a:ext cx="2654365" cy="2730908"/>
          </a:xfrm>
          <a:prstGeom prst="roundRect">
            <a:avLst>
              <a:gd name="adj" fmla="val 4801"/>
            </a:avLst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EEF9630-4F35-04D1-F7E2-169408D269F7}"/>
              </a:ext>
            </a:extLst>
          </p:cNvPr>
          <p:cNvSpPr txBox="1"/>
          <p:nvPr/>
        </p:nvSpPr>
        <p:spPr>
          <a:xfrm>
            <a:off x="9304665" y="3923871"/>
            <a:ext cx="19688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COMPOSIÇÃO DA </a:t>
            </a:r>
            <a:r>
              <a:rPr lang="pt-BR" sz="9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RECEITA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B084006D-3FBC-A6B1-0E0C-5AC15A8F0351}"/>
              </a:ext>
            </a:extLst>
          </p:cNvPr>
          <p:cNvCxnSpPr/>
          <p:nvPr/>
        </p:nvCxnSpPr>
        <p:spPr>
          <a:xfrm>
            <a:off x="53284" y="597638"/>
            <a:ext cx="12083844" cy="0"/>
          </a:xfrm>
          <a:prstGeom prst="line">
            <a:avLst/>
          </a:prstGeom>
          <a:ln w="57150">
            <a:gradFill flip="none" rotWithShape="1">
              <a:gsLst>
                <a:gs pos="100000">
                  <a:srgbClr val="45AD97"/>
                </a:gs>
                <a:gs pos="0">
                  <a:srgbClr val="6EE2C8"/>
                </a:gs>
                <a:gs pos="49000">
                  <a:srgbClr val="BCF2E6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3d money icon illustration">
            <a:extLst>
              <a:ext uri="{FF2B5EF4-FFF2-40B4-BE49-F238E27FC236}">
                <a16:creationId xmlns:a16="http://schemas.microsoft.com/office/drawing/2014/main" id="{D5245531-C6C2-FCB1-7491-45AC36663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04" b="89623" l="8707" r="91293">
                        <a14:foregroundMark x1="45578" y1="46361" x2="60816" y2="43666"/>
                        <a14:foregroundMark x1="49116" y1="53100" x2="63810" y2="50943"/>
                        <a14:foregroundMark x1="40272" y1="51752" x2="55918" y2="40162"/>
                        <a14:foregroundMark x1="32925" y1="46092" x2="55646" y2="35849"/>
                        <a14:foregroundMark x1="32925" y1="43666" x2="53469" y2="31267"/>
                        <a14:foregroundMark x1="33197" y1="45013" x2="50204" y2="29111"/>
                        <a14:foregroundMark x1="10068" y1="60108" x2="8980" y2="63342"/>
                        <a14:foregroundMark x1="30204" y1="47170" x2="38367" y2="43396"/>
                        <a14:foregroundMark x1="88844" y1="31267" x2="91293" y2="45013"/>
                        <a14:foregroundMark x1="9252" y1="64151" x2="10340" y2="67925"/>
                        <a14:foregroundMark x1="8707" y1="61995" x2="10884" y2="71698"/>
                        <a14:foregroundMark x1="26395" y1="56334" x2="54558" y2="40701"/>
                        <a14:foregroundMark x1="41905" y1="41240" x2="21497" y2="51752"/>
                        <a14:foregroundMark x1="28844" y1="46361" x2="36190" y2="44205"/>
                      </a14:backgroundRemoval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8891" y="5092688"/>
            <a:ext cx="654789" cy="66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Imagem 29" descr="Ícone&#10;&#10;O conteúdo gerado por IA pode estar incorreto.">
            <a:extLst>
              <a:ext uri="{FF2B5EF4-FFF2-40B4-BE49-F238E27FC236}">
                <a16:creationId xmlns:a16="http://schemas.microsoft.com/office/drawing/2014/main" id="{AC7C5EB9-45FE-D6F0-100D-3AB743B1BC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323" y="1747514"/>
            <a:ext cx="260728" cy="260728"/>
          </a:xfrm>
          <a:prstGeom prst="rect">
            <a:avLst/>
          </a:prstGeom>
        </p:spPr>
      </p:pic>
      <p:pic>
        <p:nvPicPr>
          <p:cNvPr id="32" name="Imagem 31" descr="Ícone&#10;&#10;O conteúdo gerado por IA pode estar incorreto.">
            <a:extLst>
              <a:ext uri="{FF2B5EF4-FFF2-40B4-BE49-F238E27FC236}">
                <a16:creationId xmlns:a16="http://schemas.microsoft.com/office/drawing/2014/main" id="{7FC7823A-C620-3B9E-C342-24AFAFE670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323" y="1067171"/>
            <a:ext cx="260728" cy="260728"/>
          </a:xfrm>
          <a:prstGeom prst="rect">
            <a:avLst/>
          </a:prstGeom>
        </p:spPr>
      </p:pic>
      <p:pic>
        <p:nvPicPr>
          <p:cNvPr id="34" name="Imagem 33" descr="Ícone&#10;&#10;O conteúdo gerado por IA pode estar incorreto.">
            <a:extLst>
              <a:ext uri="{FF2B5EF4-FFF2-40B4-BE49-F238E27FC236}">
                <a16:creationId xmlns:a16="http://schemas.microsoft.com/office/drawing/2014/main" id="{F6C61AD1-CDC2-6992-9CF4-CB28FE53A9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323" y="2433196"/>
            <a:ext cx="260728" cy="260728"/>
          </a:xfrm>
          <a:prstGeom prst="rect">
            <a:avLst/>
          </a:prstGeom>
        </p:spPr>
      </p:pic>
      <p:pic>
        <p:nvPicPr>
          <p:cNvPr id="36" name="Imagem 35" descr="Ícone&#10;&#10;O conteúdo gerado por IA pode estar incorreto.">
            <a:extLst>
              <a:ext uri="{FF2B5EF4-FFF2-40B4-BE49-F238E27FC236}">
                <a16:creationId xmlns:a16="http://schemas.microsoft.com/office/drawing/2014/main" id="{D49BE44C-6C98-9FBA-0A7B-B8E0CE0729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323" y="3122031"/>
            <a:ext cx="260728" cy="260728"/>
          </a:xfrm>
          <a:prstGeom prst="rect">
            <a:avLst/>
          </a:prstGeom>
        </p:spPr>
      </p:pic>
      <p:pic>
        <p:nvPicPr>
          <p:cNvPr id="42" name="Imagem 41" descr="Ícone&#10;&#10;O conteúdo gerado por IA pode estar incorreto.">
            <a:extLst>
              <a:ext uri="{FF2B5EF4-FFF2-40B4-BE49-F238E27FC236}">
                <a16:creationId xmlns:a16="http://schemas.microsoft.com/office/drawing/2014/main" id="{CC679107-A4D4-179A-4568-F888684A31A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74" y="3325915"/>
            <a:ext cx="215733" cy="215733"/>
          </a:xfrm>
          <a:prstGeom prst="rect">
            <a:avLst/>
          </a:prstGeom>
        </p:spPr>
      </p:pic>
      <p:pic>
        <p:nvPicPr>
          <p:cNvPr id="44" name="Imagem 43" descr="Ícone&#10;&#10;O conteúdo gerado por IA pode estar incorreto.">
            <a:extLst>
              <a:ext uri="{FF2B5EF4-FFF2-40B4-BE49-F238E27FC236}">
                <a16:creationId xmlns:a16="http://schemas.microsoft.com/office/drawing/2014/main" id="{4B008B78-0187-DCCB-A061-A0134D3FCB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74" y="1557815"/>
            <a:ext cx="215733" cy="215733"/>
          </a:xfrm>
          <a:prstGeom prst="rect">
            <a:avLst/>
          </a:prstGeom>
        </p:spPr>
      </p:pic>
      <p:pic>
        <p:nvPicPr>
          <p:cNvPr id="46" name="Imagem 45" descr="Ícone&#10;&#10;O conteúdo gerado por IA pode estar incorreto.">
            <a:extLst>
              <a:ext uri="{FF2B5EF4-FFF2-40B4-BE49-F238E27FC236}">
                <a16:creationId xmlns:a16="http://schemas.microsoft.com/office/drawing/2014/main" id="{9AD4311E-5D46-5ABC-DB4C-DED7EF5C23A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6" y="2792683"/>
            <a:ext cx="216369" cy="216369"/>
          </a:xfrm>
          <a:prstGeom prst="rect">
            <a:avLst/>
          </a:prstGeom>
        </p:spPr>
      </p:pic>
      <p:pic>
        <p:nvPicPr>
          <p:cNvPr id="48" name="Imagem 47" descr="Forma&#10;&#10;O conteúdo gerado por IA pode estar incorreto.">
            <a:extLst>
              <a:ext uri="{FF2B5EF4-FFF2-40B4-BE49-F238E27FC236}">
                <a16:creationId xmlns:a16="http://schemas.microsoft.com/office/drawing/2014/main" id="{930C2A89-EBA5-A79C-91D9-727ED9D2EE5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53" y="2185696"/>
            <a:ext cx="185015" cy="1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35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334E1-2F0B-3973-5E2F-59C8C851E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97F8D15-3ED4-529B-6819-C74A47ECB6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84" y="63910"/>
            <a:ext cx="12083844" cy="6730180"/>
          </a:xfrm>
          <a:prstGeom prst="roundRect">
            <a:avLst>
              <a:gd name="adj" fmla="val 1613"/>
            </a:avLst>
          </a:prstGeom>
          <a:solidFill>
            <a:srgbClr val="12151F"/>
          </a:solidFill>
          <a:ln w="9525">
            <a:solidFill>
              <a:schemeClr val="bg2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8892098-01C6-6987-53BD-D8A21DEFF8BB}"/>
              </a:ext>
            </a:extLst>
          </p:cNvPr>
          <p:cNvSpPr/>
          <p:nvPr/>
        </p:nvSpPr>
        <p:spPr>
          <a:xfrm>
            <a:off x="275821" y="805600"/>
            <a:ext cx="502238" cy="5787419"/>
          </a:xfrm>
          <a:prstGeom prst="roundRect">
            <a:avLst>
              <a:gd name="adj" fmla="val 20624"/>
            </a:avLst>
          </a:prstGeom>
          <a:solidFill>
            <a:srgbClr val="1B2035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0DADB6C-4516-75B5-C55B-C27AC0830093}"/>
              </a:ext>
            </a:extLst>
          </p:cNvPr>
          <p:cNvSpPr/>
          <p:nvPr/>
        </p:nvSpPr>
        <p:spPr>
          <a:xfrm>
            <a:off x="959955" y="805601"/>
            <a:ext cx="8713961" cy="2855440"/>
          </a:xfrm>
          <a:prstGeom prst="roundRect">
            <a:avLst>
              <a:gd name="adj" fmla="val 4801"/>
            </a:avLst>
          </a:prstGeom>
          <a:solidFill>
            <a:srgbClr val="1B2035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1B2035"/>
                </a:solidFill>
              </a:rPr>
              <a:t>v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31A7336-5DB6-0DFB-B515-FCE9CDC7D226}"/>
              </a:ext>
            </a:extLst>
          </p:cNvPr>
          <p:cNvSpPr/>
          <p:nvPr/>
        </p:nvSpPr>
        <p:spPr>
          <a:xfrm>
            <a:off x="959956" y="3862111"/>
            <a:ext cx="5281887" cy="2730909"/>
          </a:xfrm>
          <a:prstGeom prst="roundRect">
            <a:avLst>
              <a:gd name="adj" fmla="val 4801"/>
            </a:avLst>
          </a:prstGeom>
          <a:solidFill>
            <a:srgbClr val="1B2035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1B2035"/>
                </a:solidFill>
              </a:rPr>
              <a:t>v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67081A9-E444-AAF3-9D50-32D40EE2B987}"/>
              </a:ext>
            </a:extLst>
          </p:cNvPr>
          <p:cNvSpPr/>
          <p:nvPr/>
        </p:nvSpPr>
        <p:spPr>
          <a:xfrm>
            <a:off x="9811877" y="805601"/>
            <a:ext cx="2104302" cy="2855439"/>
          </a:xfrm>
          <a:prstGeom prst="roundRect">
            <a:avLst>
              <a:gd name="adj" fmla="val 8097"/>
            </a:avLst>
          </a:prstGeom>
          <a:solidFill>
            <a:srgbClr val="243050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243050"/>
                </a:solidFill>
              </a:rPr>
              <a:t>v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F6667E5-333C-5B39-34CB-161736EA010F}"/>
              </a:ext>
            </a:extLst>
          </p:cNvPr>
          <p:cNvSpPr txBox="1"/>
          <p:nvPr/>
        </p:nvSpPr>
        <p:spPr>
          <a:xfrm>
            <a:off x="218671" y="320639"/>
            <a:ext cx="2518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spc="15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DASHBOARD </a:t>
            </a:r>
            <a:r>
              <a:rPr lang="pt-BR" sz="1200" b="1" spc="15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FINANCEIRO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461D14D-BDA5-2A7E-190E-9152D78DB074}"/>
              </a:ext>
            </a:extLst>
          </p:cNvPr>
          <p:cNvSpPr txBox="1"/>
          <p:nvPr/>
        </p:nvSpPr>
        <p:spPr>
          <a:xfrm>
            <a:off x="1000596" y="886847"/>
            <a:ext cx="2627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EVOLUÇÃO </a:t>
            </a:r>
            <a:r>
              <a:rPr lang="pt-BR" sz="9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RECEITAS</a:t>
            </a:r>
            <a:r>
              <a:rPr lang="pt-BR" sz="900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VS </a:t>
            </a:r>
            <a:r>
              <a:rPr lang="pt-BR" sz="9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69DA534-2BB1-4627-544F-4E063300D8D4}"/>
              </a:ext>
            </a:extLst>
          </p:cNvPr>
          <p:cNvSpPr txBox="1"/>
          <p:nvPr/>
        </p:nvSpPr>
        <p:spPr>
          <a:xfrm>
            <a:off x="1000596" y="3944625"/>
            <a:ext cx="12923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DETALHAMENTO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41D38A4-22A6-2B99-100E-2B0DBED81AFA}"/>
              </a:ext>
            </a:extLst>
          </p:cNvPr>
          <p:cNvSpPr txBox="1"/>
          <p:nvPr/>
        </p:nvSpPr>
        <p:spPr>
          <a:xfrm>
            <a:off x="10572960" y="981943"/>
            <a:ext cx="7521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RECEITA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B86BF7D-9DBD-A715-1B49-C942481059BC}"/>
              </a:ext>
            </a:extLst>
          </p:cNvPr>
          <p:cNvSpPr/>
          <p:nvPr/>
        </p:nvSpPr>
        <p:spPr>
          <a:xfrm>
            <a:off x="10112864" y="1002263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4CAC567-3C6D-C1ED-EB4E-D81EFCFE36B8}"/>
              </a:ext>
            </a:extLst>
          </p:cNvPr>
          <p:cNvSpPr/>
          <p:nvPr/>
        </p:nvSpPr>
        <p:spPr>
          <a:xfrm>
            <a:off x="10107568" y="2362949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9A46ED8-196B-63F0-3E39-578D0A5023D6}"/>
              </a:ext>
            </a:extLst>
          </p:cNvPr>
          <p:cNvSpPr/>
          <p:nvPr/>
        </p:nvSpPr>
        <p:spPr>
          <a:xfrm>
            <a:off x="10107568" y="1682606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Retângulo: Cantos Superiores Arredondados 20">
            <a:extLst>
              <a:ext uri="{FF2B5EF4-FFF2-40B4-BE49-F238E27FC236}">
                <a16:creationId xmlns:a16="http://schemas.microsoft.com/office/drawing/2014/main" id="{B4B40102-BF87-CA2E-A65A-5BA170020ED9}"/>
              </a:ext>
            </a:extLst>
          </p:cNvPr>
          <p:cNvSpPr/>
          <p:nvPr/>
        </p:nvSpPr>
        <p:spPr>
          <a:xfrm rot="16200000">
            <a:off x="8445359" y="2190292"/>
            <a:ext cx="2826011" cy="9516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rgbClr val="6EE2C8"/>
              </a:gs>
              <a:gs pos="806">
                <a:srgbClr val="E05C5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431D8B97-2E61-75C1-B68B-5DA3976E0BC0}"/>
              </a:ext>
            </a:extLst>
          </p:cNvPr>
          <p:cNvSpPr/>
          <p:nvPr/>
        </p:nvSpPr>
        <p:spPr>
          <a:xfrm>
            <a:off x="359543" y="2111396"/>
            <a:ext cx="334794" cy="334794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B3A179C-6986-FD05-C323-54FA70F77282}"/>
              </a:ext>
            </a:extLst>
          </p:cNvPr>
          <p:cNvSpPr txBox="1"/>
          <p:nvPr/>
        </p:nvSpPr>
        <p:spPr>
          <a:xfrm>
            <a:off x="10572960" y="1662286"/>
            <a:ext cx="8819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97841B2-717E-CEAA-7BC2-38078332F937}"/>
              </a:ext>
            </a:extLst>
          </p:cNvPr>
          <p:cNvSpPr txBox="1"/>
          <p:nvPr/>
        </p:nvSpPr>
        <p:spPr>
          <a:xfrm>
            <a:off x="10572960" y="2342629"/>
            <a:ext cx="6383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SALDO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61B6E782-2B39-4647-07E6-70E05F2F2488}"/>
              </a:ext>
            </a:extLst>
          </p:cNvPr>
          <p:cNvSpPr txBox="1"/>
          <p:nvPr/>
        </p:nvSpPr>
        <p:spPr>
          <a:xfrm>
            <a:off x="10572960" y="3022972"/>
            <a:ext cx="7729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MARGEM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9FC1AE84-AE9C-5FEF-D899-6416FDDBC0FA}"/>
              </a:ext>
            </a:extLst>
          </p:cNvPr>
          <p:cNvSpPr/>
          <p:nvPr/>
        </p:nvSpPr>
        <p:spPr>
          <a:xfrm>
            <a:off x="10107568" y="3043292"/>
            <a:ext cx="459514" cy="459514"/>
          </a:xfrm>
          <a:prstGeom prst="roundRect">
            <a:avLst>
              <a:gd name="adj" fmla="val 23343"/>
            </a:avLst>
          </a:prstGeom>
          <a:solidFill>
            <a:srgbClr val="F0F0F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9289FE16-2D4D-476C-2829-6181881785CC}"/>
              </a:ext>
            </a:extLst>
          </p:cNvPr>
          <p:cNvSpPr/>
          <p:nvPr/>
        </p:nvSpPr>
        <p:spPr>
          <a:xfrm>
            <a:off x="6384380" y="3862111"/>
            <a:ext cx="2717252" cy="2730908"/>
          </a:xfrm>
          <a:prstGeom prst="roundRect">
            <a:avLst>
              <a:gd name="adj" fmla="val 4801"/>
            </a:avLst>
          </a:prstGeom>
          <a:solidFill>
            <a:srgbClr val="1B2035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1B2035"/>
                </a:solidFill>
              </a:rPr>
              <a:t>v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D610C0C-5D99-24B7-7247-92F0D5DB936D}"/>
              </a:ext>
            </a:extLst>
          </p:cNvPr>
          <p:cNvSpPr txBox="1"/>
          <p:nvPr/>
        </p:nvSpPr>
        <p:spPr>
          <a:xfrm>
            <a:off x="6435377" y="3944625"/>
            <a:ext cx="18181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ANÁLISE DAS </a:t>
            </a:r>
            <a:r>
              <a:rPr lang="pt-BR" sz="9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DESPESAS</a:t>
            </a:r>
          </a:p>
        </p:txBody>
      </p:sp>
      <p:pic>
        <p:nvPicPr>
          <p:cNvPr id="49" name="Imagem 48" descr="Forma&#10;&#10;O conteúdo gerado por IA pode estar incorreto.">
            <a:extLst>
              <a:ext uri="{FF2B5EF4-FFF2-40B4-BE49-F238E27FC236}">
                <a16:creationId xmlns:a16="http://schemas.microsoft.com/office/drawing/2014/main" id="{D2FD9283-D380-B9F7-5233-90C3C8725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42" y="6225068"/>
            <a:ext cx="215734" cy="215734"/>
          </a:xfrm>
          <a:prstGeom prst="rect">
            <a:avLst/>
          </a:prstGeom>
        </p:spPr>
      </p:pic>
      <p:pic>
        <p:nvPicPr>
          <p:cNvPr id="61" name="Imagem 60" descr="Forma&#10;&#10;O conteúdo gerado por IA pode estar incorreto.">
            <a:extLst>
              <a:ext uri="{FF2B5EF4-FFF2-40B4-BE49-F238E27FC236}">
                <a16:creationId xmlns:a16="http://schemas.microsoft.com/office/drawing/2014/main" id="{153E4EDA-BC50-8523-BB54-008586AEB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350" y="2469871"/>
            <a:ext cx="266740" cy="266740"/>
          </a:xfrm>
          <a:prstGeom prst="rect">
            <a:avLst/>
          </a:prstGeom>
        </p:spPr>
      </p:pic>
      <p:pic>
        <p:nvPicPr>
          <p:cNvPr id="63" name="Imagem 62" descr="Forma&#10;&#10;O conteúdo gerado por IA pode estar incorreto.">
            <a:extLst>
              <a:ext uri="{FF2B5EF4-FFF2-40B4-BE49-F238E27FC236}">
                <a16:creationId xmlns:a16="http://schemas.microsoft.com/office/drawing/2014/main" id="{313106D4-9764-7F7D-653D-F62E39D722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350" y="1789528"/>
            <a:ext cx="266740" cy="266740"/>
          </a:xfrm>
          <a:prstGeom prst="rect">
            <a:avLst/>
          </a:prstGeom>
        </p:spPr>
      </p:pic>
      <p:pic>
        <p:nvPicPr>
          <p:cNvPr id="1025" name="Imagem 1024" descr="Forma&#10;&#10;O conteúdo gerado por IA pode estar incorreto.">
            <a:extLst>
              <a:ext uri="{FF2B5EF4-FFF2-40B4-BE49-F238E27FC236}">
                <a16:creationId xmlns:a16="http://schemas.microsoft.com/office/drawing/2014/main" id="{D3442779-F740-6316-F075-26C97F554A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646" y="1109185"/>
            <a:ext cx="266740" cy="266740"/>
          </a:xfrm>
          <a:prstGeom prst="rect">
            <a:avLst/>
          </a:prstGeom>
        </p:spPr>
      </p:pic>
      <p:pic>
        <p:nvPicPr>
          <p:cNvPr id="1028" name="Imagem 1027" descr="Forma&#10;&#10;O conteúdo gerado por IA pode estar incorreto.">
            <a:extLst>
              <a:ext uri="{FF2B5EF4-FFF2-40B4-BE49-F238E27FC236}">
                <a16:creationId xmlns:a16="http://schemas.microsoft.com/office/drawing/2014/main" id="{91E29F3E-1CA9-7DF6-23E3-CC5D3789CA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66" y="956753"/>
            <a:ext cx="304798" cy="304798"/>
          </a:xfrm>
          <a:prstGeom prst="rect">
            <a:avLst/>
          </a:prstGeom>
        </p:spPr>
      </p:pic>
      <p:pic>
        <p:nvPicPr>
          <p:cNvPr id="1030" name="Imagem 1029" descr="Forma&#10;&#10;O conteúdo gerado por IA pode estar incorreto.">
            <a:extLst>
              <a:ext uri="{FF2B5EF4-FFF2-40B4-BE49-F238E27FC236}">
                <a16:creationId xmlns:a16="http://schemas.microsoft.com/office/drawing/2014/main" id="{A09D3B09-656E-8191-0E50-B175B74C93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73" y="1596749"/>
            <a:ext cx="215734" cy="215734"/>
          </a:xfrm>
          <a:prstGeom prst="rect">
            <a:avLst/>
          </a:prstGeom>
        </p:spPr>
      </p:pic>
      <p:pic>
        <p:nvPicPr>
          <p:cNvPr id="1032" name="Imagem 1031" descr="Forma&#10;&#10;O conteúdo gerado por IA pode estar incorreto.">
            <a:extLst>
              <a:ext uri="{FF2B5EF4-FFF2-40B4-BE49-F238E27FC236}">
                <a16:creationId xmlns:a16="http://schemas.microsoft.com/office/drawing/2014/main" id="{F629D46D-D996-B951-9A07-9CCC04AE8C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350" y="3150214"/>
            <a:ext cx="266740" cy="266740"/>
          </a:xfrm>
          <a:prstGeom prst="rect">
            <a:avLst/>
          </a:prstGeom>
        </p:spPr>
      </p:pic>
      <p:sp>
        <p:nvSpPr>
          <p:cNvPr id="1035" name="Retângulo: Cantos Arredondados 1034">
            <a:extLst>
              <a:ext uri="{FF2B5EF4-FFF2-40B4-BE49-F238E27FC236}">
                <a16:creationId xmlns:a16="http://schemas.microsoft.com/office/drawing/2014/main" id="{71C3C0F6-9189-C2A4-DF75-6FFD1DC26FFB}"/>
              </a:ext>
            </a:extLst>
          </p:cNvPr>
          <p:cNvSpPr/>
          <p:nvPr/>
        </p:nvSpPr>
        <p:spPr>
          <a:xfrm>
            <a:off x="9261814" y="3849527"/>
            <a:ext cx="2654365" cy="2730908"/>
          </a:xfrm>
          <a:prstGeom prst="roundRect">
            <a:avLst>
              <a:gd name="adj" fmla="val 4801"/>
            </a:avLst>
          </a:prstGeom>
          <a:solidFill>
            <a:srgbClr val="1B2035"/>
          </a:solidFill>
          <a:ln>
            <a:noFill/>
          </a:ln>
          <a:effectLst>
            <a:outerShdw blurRad="63500" sx="102000" sy="102000" algn="ctr" rotWithShape="0">
              <a:prstClr val="black">
                <a:alpha val="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1B2035"/>
                </a:solidFill>
              </a:rPr>
              <a:t>v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CBF1760-5571-112D-513B-1DCB15DE85BE}"/>
              </a:ext>
            </a:extLst>
          </p:cNvPr>
          <p:cNvSpPr txBox="1"/>
          <p:nvPr/>
        </p:nvSpPr>
        <p:spPr>
          <a:xfrm>
            <a:off x="9304665" y="3923871"/>
            <a:ext cx="19688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COMPOSIÇÃO DA </a:t>
            </a:r>
            <a:r>
              <a:rPr lang="pt-BR" sz="9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RECEITA</a:t>
            </a:r>
          </a:p>
        </p:txBody>
      </p:sp>
      <p:pic>
        <p:nvPicPr>
          <p:cNvPr id="1037" name="Imagem 1036" descr="Ícone&#10;&#10;O conteúdo gerado por IA pode estar incorreto.">
            <a:extLst>
              <a:ext uri="{FF2B5EF4-FFF2-40B4-BE49-F238E27FC236}">
                <a16:creationId xmlns:a16="http://schemas.microsoft.com/office/drawing/2014/main" id="{F3B0AA3E-1E00-C875-191F-E3994DCDA9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8" y="2190011"/>
            <a:ext cx="177564" cy="177564"/>
          </a:xfrm>
          <a:prstGeom prst="rect">
            <a:avLst/>
          </a:prstGeom>
        </p:spPr>
      </p:pic>
      <p:pic>
        <p:nvPicPr>
          <p:cNvPr id="1039" name="Imagem 1038">
            <a:extLst>
              <a:ext uri="{FF2B5EF4-FFF2-40B4-BE49-F238E27FC236}">
                <a16:creationId xmlns:a16="http://schemas.microsoft.com/office/drawing/2014/main" id="{6AEF0956-9ACB-54E3-F0FC-61AE69DB9D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42" y="2777774"/>
            <a:ext cx="203198" cy="20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768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B09650FAF70F043BDBEE33FD7A5DE02" ma:contentTypeVersion="13" ma:contentTypeDescription="Crie um novo documento." ma:contentTypeScope="" ma:versionID="a8081d0422a1868817ed8aa96b69d445">
  <xsd:schema xmlns:xsd="http://www.w3.org/2001/XMLSchema" xmlns:xs="http://www.w3.org/2001/XMLSchema" xmlns:p="http://schemas.microsoft.com/office/2006/metadata/properties" xmlns:ns2="3c420283-ee99-4c06-a290-2df711bf0ec9" xmlns:ns3="6968d1b8-72bf-442c-9c50-c24d77676fb1" targetNamespace="http://schemas.microsoft.com/office/2006/metadata/properties" ma:root="true" ma:fieldsID="74045e92a2a58675cfbd28a92bf8eea6" ns2:_="" ns3:_="">
    <xsd:import namespace="3c420283-ee99-4c06-a290-2df711bf0ec9"/>
    <xsd:import namespace="6968d1b8-72bf-442c-9c50-c24d77676f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420283-ee99-4c06-a290-2df711bf0e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84c62dc1-c111-456a-8418-9b9af4b4a3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68d1b8-72bf-442c-9c50-c24d77676fb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af72f87-6c66-4fc7-8aa8-7bc3464047b7}" ma:internalName="TaxCatchAll" ma:showField="CatchAllData" ma:web="6968d1b8-72bf-442c-9c50-c24d77676f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c420283-ee99-4c06-a290-2df711bf0ec9">
      <Terms xmlns="http://schemas.microsoft.com/office/infopath/2007/PartnerControls"/>
    </lcf76f155ced4ddcb4097134ff3c332f>
    <TaxCatchAll xmlns="6968d1b8-72bf-442c-9c50-c24d77676fb1" xsi:nil="true"/>
  </documentManagement>
</p:properties>
</file>

<file path=customXml/itemProps1.xml><?xml version="1.0" encoding="utf-8"?>
<ds:datastoreItem xmlns:ds="http://schemas.openxmlformats.org/officeDocument/2006/customXml" ds:itemID="{6B3AAA8F-970B-4F48-AF47-0205675401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420283-ee99-4c06-a290-2df711bf0ec9"/>
    <ds:schemaRef ds:uri="6968d1b8-72bf-442c-9c50-c24d77676f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3564D5-A5D2-4FE2-BF6D-373FA96688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F37221-E7D9-49C9-8AD0-19D22E7CA8E9}">
  <ds:schemaRefs>
    <ds:schemaRef ds:uri="http://schemas.microsoft.com/office/2006/metadata/properties"/>
    <ds:schemaRef ds:uri="http://schemas.microsoft.com/office/infopath/2007/PartnerControls"/>
    <ds:schemaRef ds:uri="3c420283-ee99-4c06-a290-2df711bf0ec9"/>
    <ds:schemaRef ds:uri="6968d1b8-72bf-442c-9c50-c24d77676fb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114</Words>
  <Application>Microsoft Office PowerPoint</Application>
  <PresentationFormat>Widescreen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Leticia  Smirelli</dc:creator>
  <cp:lastModifiedBy>Leticia  Smirelli</cp:lastModifiedBy>
  <cp:revision>1</cp:revision>
  <dcterms:created xsi:type="dcterms:W3CDTF">2026-03-02T13:10:15Z</dcterms:created>
  <dcterms:modified xsi:type="dcterms:W3CDTF">2026-06-14T19:13:21Z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0x0101003B09650FAF70F043BDBEE33FD7A5DE02</vt:lpwstr>
  </property>
  <property fmtid="{D5CDD505-2E9C-101B-9397-08002B2CF9AE}" pid="3" name="MediaServiceImageTags">
    <vt:lpwstr/>
  </property>
</Properties>
</file>